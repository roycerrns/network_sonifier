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2.xml" ContentType="application/vnd.openxmlformats-officedocument.presentationml.notesSlide+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notesSlides/notesSlide3.xml" ContentType="application/vnd.openxmlformats-officedocument.presentationml.notesSlide+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notesSlides/notesSlide4.xml" ContentType="application/vnd.openxmlformats-officedocument.presentationml.notesSlide+xml"/>
  <Override PartName="/ppt/ink/ink29.xml" ContentType="application/inkml+xml"/>
  <Override PartName="/ppt/ink/ink30.xml" ContentType="application/inkml+xml"/>
  <Override PartName="/ppt/ink/ink31.xml" ContentType="application/inkml+xml"/>
  <Override PartName="/ppt/ink/ink32.xml" ContentType="application/inkml+xml"/>
  <Override PartName="/ppt/notesSlides/notesSlide5.xml" ContentType="application/vnd.openxmlformats-officedocument.presentationml.notesSlide+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notesSlides/notesSlide6.xml" ContentType="application/vnd.openxmlformats-officedocument.presentationml.notesSlide+xml"/>
  <Override PartName="/ppt/ink/ink39.xml" ContentType="application/inkml+xml"/>
  <Override PartName="/ppt/ink/ink40.xml" ContentType="application/inkml+xml"/>
  <Override PartName="/ppt/ink/ink41.xml" ContentType="application/inkml+xml"/>
  <Override PartName="/ppt/notesSlides/notesSlide7.xml" ContentType="application/vnd.openxmlformats-officedocument.presentationml.notesSlide+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embeddedFontLst>
    <p:embeddedFont>
      <p:font typeface="Consolas" panose="020B0609020204030204" pitchFamily="49" charset="0"/>
      <p:regular r:id="rId10"/>
      <p:bold r:id="rId11"/>
      <p:italic r:id="rId12"/>
      <p:boldItalic r:id="rId13"/>
    </p:embeddedFont>
    <p:embeddedFont>
      <p:font typeface="Fira Mono" panose="020F0502020204030204" pitchFamily="49" charset="0"/>
      <p:regular r:id="rId14"/>
    </p:embeddedFont>
    <p:embeddedFont>
      <p:font typeface="Fira Mono Bold" panose="020B0604020202020204" charset="0"/>
      <p:regular r:id="rId15"/>
    </p:embeddedFont>
    <p:embeddedFont>
      <p:font typeface="Fira Mono Medium" panose="020F0502020204030204" pitchFamily="49" charset="0"/>
      <p:regular r:id="rId16"/>
    </p:embeddedFont>
    <p:embeddedFont>
      <p:font typeface="Fira Sans" panose="020B0503050000020004" pitchFamily="34" charset="0"/>
      <p:regular r:id="rId17"/>
    </p:embeddedFont>
    <p:embeddedFont>
      <p:font typeface="Fira Sans Bold" panose="020B0604020202020204" charset="0"/>
      <p:regular r:id="rId18"/>
    </p:embeddedFont>
    <p:embeddedFont>
      <p:font typeface="Fira Sans SemiBold" panose="020F0502020204030204" pitchFamily="34" charset="0"/>
      <p:regular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1" d="100"/>
          <a:sy n="91" d="100"/>
        </p:scale>
        <p:origin x="34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tableStyles" Target="tableStyle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rith reddy" userId="1b2fa9a0140e5e9b" providerId="LiveId" clId="{A8D5999A-DB62-4194-9A2D-BB31DEAE517E}"/>
    <pc:docChg chg="undo custSel modSld">
      <pc:chgData name="charith reddy" userId="1b2fa9a0140e5e9b" providerId="LiveId" clId="{A8D5999A-DB62-4194-9A2D-BB31DEAE517E}" dt="2026-10-05T19:56:28.296" v="101" actId="9405"/>
      <pc:docMkLst>
        <pc:docMk/>
      </pc:docMkLst>
      <pc:sldChg chg="addSp delSp modSp mod">
        <pc:chgData name="charith reddy" userId="1b2fa9a0140e5e9b" providerId="LiveId" clId="{A8D5999A-DB62-4194-9A2D-BB31DEAE517E}" dt="2026-10-05T19:50:18.460" v="17"/>
        <pc:sldMkLst>
          <pc:docMk/>
          <pc:sldMk cId="0" sldId="256"/>
        </pc:sldMkLst>
        <pc:grpChg chg="del mod">
          <ac:chgData name="charith reddy" userId="1b2fa9a0140e5e9b" providerId="LiveId" clId="{A8D5999A-DB62-4194-9A2D-BB31DEAE517E}" dt="2026-10-05T19:50:04.009" v="11"/>
          <ac:grpSpMkLst>
            <pc:docMk/>
            <pc:sldMk cId="0" sldId="256"/>
            <ac:grpSpMk id="13" creationId="{59FC01C7-55AE-FF7F-0B52-CFC94513B3F7}"/>
          </ac:grpSpMkLst>
        </pc:grpChg>
        <pc:grpChg chg="del mod">
          <ac:chgData name="charith reddy" userId="1b2fa9a0140e5e9b" providerId="LiveId" clId="{A8D5999A-DB62-4194-9A2D-BB31DEAE517E}" dt="2026-10-05T19:50:05.091" v="13"/>
          <ac:grpSpMkLst>
            <pc:docMk/>
            <pc:sldMk cId="0" sldId="256"/>
            <ac:grpSpMk id="15" creationId="{CC844222-A576-E10B-3B0D-C9D35D8C81FC}"/>
          </ac:grpSpMkLst>
        </pc:grpChg>
        <pc:grpChg chg="del mod">
          <ac:chgData name="charith reddy" userId="1b2fa9a0140e5e9b" providerId="LiveId" clId="{A8D5999A-DB62-4194-9A2D-BB31DEAE517E}" dt="2026-10-05T19:50:14.280" v="15"/>
          <ac:grpSpMkLst>
            <pc:docMk/>
            <pc:sldMk cId="0" sldId="256"/>
            <ac:grpSpMk id="17" creationId="{676FB02A-DDBD-2A5E-6B2A-03D1FE123702}"/>
          </ac:grpSpMkLst>
        </pc:grpChg>
        <pc:grpChg chg="del mod">
          <ac:chgData name="charith reddy" userId="1b2fa9a0140e5e9b" providerId="LiveId" clId="{A8D5999A-DB62-4194-9A2D-BB31DEAE517E}" dt="2026-10-05T19:50:18.460" v="17"/>
          <ac:grpSpMkLst>
            <pc:docMk/>
            <pc:sldMk cId="0" sldId="256"/>
            <ac:grpSpMk id="19" creationId="{3A7575AB-ABAF-2253-DF3C-ECC02D3D9F50}"/>
          </ac:grpSpMkLst>
        </pc:grpChg>
        <pc:grpChg chg="mod">
          <ac:chgData name="charith reddy" userId="1b2fa9a0140e5e9b" providerId="LiveId" clId="{A8D5999A-DB62-4194-9A2D-BB31DEAE517E}" dt="2026-10-05T19:50:18.460" v="17"/>
          <ac:grpSpMkLst>
            <pc:docMk/>
            <pc:sldMk cId="0" sldId="256"/>
            <ac:grpSpMk id="21" creationId="{3E32CEEC-BA33-8B61-125D-EA234D17233F}"/>
          </ac:grpSpMkLst>
        </pc:grpChg>
        <pc:picChg chg="mod">
          <ac:chgData name="charith reddy" userId="1b2fa9a0140e5e9b" providerId="LiveId" clId="{A8D5999A-DB62-4194-9A2D-BB31DEAE517E}" dt="2026-10-05T19:49:26.614" v="1" actId="1076"/>
          <ac:picMkLst>
            <pc:docMk/>
            <pc:sldMk cId="0" sldId="256"/>
            <ac:picMk id="6" creationId="{00000000-0000-0000-0000-000000000000}"/>
          </ac:picMkLst>
        </pc:picChg>
        <pc:inkChg chg="add del">
          <ac:chgData name="charith reddy" userId="1b2fa9a0140e5e9b" providerId="LiveId" clId="{A8D5999A-DB62-4194-9A2D-BB31DEAE517E}" dt="2026-10-05T19:49:46.629" v="3" actId="9405"/>
          <ac:inkMkLst>
            <pc:docMk/>
            <pc:sldMk cId="0" sldId="256"/>
            <ac:inkMk id="7" creationId="{FC66D7B6-8080-B19E-3911-6F4E658B0CCF}"/>
          </ac:inkMkLst>
        </pc:inkChg>
        <pc:inkChg chg="add mod">
          <ac:chgData name="charith reddy" userId="1b2fa9a0140e5e9b" providerId="LiveId" clId="{A8D5999A-DB62-4194-9A2D-BB31DEAE517E}" dt="2026-10-05T19:50:18.460" v="17"/>
          <ac:inkMkLst>
            <pc:docMk/>
            <pc:sldMk cId="0" sldId="256"/>
            <ac:inkMk id="8" creationId="{89FF1CDA-DD99-9EBD-2AE6-86CB7B7BA6E0}"/>
          </ac:inkMkLst>
        </pc:inkChg>
        <pc:inkChg chg="add mod">
          <ac:chgData name="charith reddy" userId="1b2fa9a0140e5e9b" providerId="LiveId" clId="{A8D5999A-DB62-4194-9A2D-BB31DEAE517E}" dt="2026-10-05T19:50:18.460" v="17"/>
          <ac:inkMkLst>
            <pc:docMk/>
            <pc:sldMk cId="0" sldId="256"/>
            <ac:inkMk id="9" creationId="{BFBC3890-E96E-7852-0C78-2CAF785C461C}"/>
          </ac:inkMkLst>
        </pc:inkChg>
        <pc:inkChg chg="add mod">
          <ac:chgData name="charith reddy" userId="1b2fa9a0140e5e9b" providerId="LiveId" clId="{A8D5999A-DB62-4194-9A2D-BB31DEAE517E}" dt="2026-10-05T19:50:18.460" v="17"/>
          <ac:inkMkLst>
            <pc:docMk/>
            <pc:sldMk cId="0" sldId="256"/>
            <ac:inkMk id="10" creationId="{D6B0B3EF-0252-325C-6F2F-1E8FABA30764}"/>
          </ac:inkMkLst>
        </pc:inkChg>
        <pc:inkChg chg="add mod">
          <ac:chgData name="charith reddy" userId="1b2fa9a0140e5e9b" providerId="LiveId" clId="{A8D5999A-DB62-4194-9A2D-BB31DEAE517E}" dt="2026-10-05T19:50:18.460" v="17"/>
          <ac:inkMkLst>
            <pc:docMk/>
            <pc:sldMk cId="0" sldId="256"/>
            <ac:inkMk id="11" creationId="{6BB87C84-56D2-D735-B8A8-F6F9903D0CEA}"/>
          </ac:inkMkLst>
        </pc:inkChg>
        <pc:inkChg chg="add mod">
          <ac:chgData name="charith reddy" userId="1b2fa9a0140e5e9b" providerId="LiveId" clId="{A8D5999A-DB62-4194-9A2D-BB31DEAE517E}" dt="2026-10-05T19:50:18.460" v="17"/>
          <ac:inkMkLst>
            <pc:docMk/>
            <pc:sldMk cId="0" sldId="256"/>
            <ac:inkMk id="12" creationId="{42723D67-9AEC-6285-69CB-3E898085F1B6}"/>
          </ac:inkMkLst>
        </pc:inkChg>
        <pc:inkChg chg="add mod">
          <ac:chgData name="charith reddy" userId="1b2fa9a0140e5e9b" providerId="LiveId" clId="{A8D5999A-DB62-4194-9A2D-BB31DEAE517E}" dt="2026-10-05T19:50:18.460" v="17"/>
          <ac:inkMkLst>
            <pc:docMk/>
            <pc:sldMk cId="0" sldId="256"/>
            <ac:inkMk id="14" creationId="{8F35A890-5261-B459-CAC4-9C8FF87ADF96}"/>
          </ac:inkMkLst>
        </pc:inkChg>
        <pc:inkChg chg="add mod">
          <ac:chgData name="charith reddy" userId="1b2fa9a0140e5e9b" providerId="LiveId" clId="{A8D5999A-DB62-4194-9A2D-BB31DEAE517E}" dt="2026-10-05T19:50:14.280" v="15"/>
          <ac:inkMkLst>
            <pc:docMk/>
            <pc:sldMk cId="0" sldId="256"/>
            <ac:inkMk id="16" creationId="{0CC82FA8-59A5-5791-5F14-FFC017221701}"/>
          </ac:inkMkLst>
        </pc:inkChg>
        <pc:inkChg chg="add mod">
          <ac:chgData name="charith reddy" userId="1b2fa9a0140e5e9b" providerId="LiveId" clId="{A8D5999A-DB62-4194-9A2D-BB31DEAE517E}" dt="2026-10-05T19:50:18.460" v="17"/>
          <ac:inkMkLst>
            <pc:docMk/>
            <pc:sldMk cId="0" sldId="256"/>
            <ac:inkMk id="18" creationId="{4753B55F-369E-9ADE-C4EE-52E8110C62D3}"/>
          </ac:inkMkLst>
        </pc:inkChg>
        <pc:inkChg chg="add mod">
          <ac:chgData name="charith reddy" userId="1b2fa9a0140e5e9b" providerId="LiveId" clId="{A8D5999A-DB62-4194-9A2D-BB31DEAE517E}" dt="2026-10-05T19:50:18.460" v="17"/>
          <ac:inkMkLst>
            <pc:docMk/>
            <pc:sldMk cId="0" sldId="256"/>
            <ac:inkMk id="20" creationId="{36854727-2463-528B-834C-65FDADC7EB10}"/>
          </ac:inkMkLst>
        </pc:inkChg>
      </pc:sldChg>
      <pc:sldChg chg="addSp delSp modSp mod">
        <pc:chgData name="charith reddy" userId="1b2fa9a0140e5e9b" providerId="LiveId" clId="{A8D5999A-DB62-4194-9A2D-BB31DEAE517E}" dt="2026-10-05T19:55:13.522" v="89" actId="9405"/>
        <pc:sldMkLst>
          <pc:docMk/>
          <pc:sldMk cId="0" sldId="257"/>
        </pc:sldMkLst>
        <pc:grpChg chg="add del mod">
          <ac:chgData name="charith reddy" userId="1b2fa9a0140e5e9b" providerId="LiveId" clId="{A8D5999A-DB62-4194-9A2D-BB31DEAE517E}" dt="2026-10-05T19:51:43.728" v="41"/>
          <ac:grpSpMkLst>
            <pc:docMk/>
            <pc:sldMk cId="0" sldId="257"/>
            <ac:grpSpMk id="29" creationId="{F17143EE-82E3-233E-7E74-B7F2921C0025}"/>
          </ac:grpSpMkLst>
        </pc:grpChg>
        <pc:grpChg chg="mod">
          <ac:chgData name="charith reddy" userId="1b2fa9a0140e5e9b" providerId="LiveId" clId="{A8D5999A-DB62-4194-9A2D-BB31DEAE517E}" dt="2026-10-05T19:51:32.343" v="38"/>
          <ac:grpSpMkLst>
            <pc:docMk/>
            <pc:sldMk cId="0" sldId="257"/>
            <ac:grpSpMk id="32" creationId="{C9BB43F9-8839-7CEA-0162-150D62940C99}"/>
          </ac:grpSpMkLst>
        </pc:grpChg>
        <pc:grpChg chg="del mod">
          <ac:chgData name="charith reddy" userId="1b2fa9a0140e5e9b" providerId="LiveId" clId="{A8D5999A-DB62-4194-9A2D-BB31DEAE517E}" dt="2026-10-05T19:51:48.257" v="43"/>
          <ac:grpSpMkLst>
            <pc:docMk/>
            <pc:sldMk cId="0" sldId="257"/>
            <ac:grpSpMk id="35" creationId="{9675FEC0-49BA-F903-2534-4A884FB1B3E6}"/>
          </ac:grpSpMkLst>
        </pc:grpChg>
        <pc:grpChg chg="del mod">
          <ac:chgData name="charith reddy" userId="1b2fa9a0140e5e9b" providerId="LiveId" clId="{A8D5999A-DB62-4194-9A2D-BB31DEAE517E}" dt="2026-10-05T19:51:52.721" v="45"/>
          <ac:grpSpMkLst>
            <pc:docMk/>
            <pc:sldMk cId="0" sldId="257"/>
            <ac:grpSpMk id="37" creationId="{90D974A0-B81D-16A8-4F04-9D64C3B3F453}"/>
          </ac:grpSpMkLst>
        </pc:grpChg>
        <pc:grpChg chg="del mod">
          <ac:chgData name="charith reddy" userId="1b2fa9a0140e5e9b" providerId="LiveId" clId="{A8D5999A-DB62-4194-9A2D-BB31DEAE517E}" dt="2026-10-05T19:55:09.675" v="88"/>
          <ac:grpSpMkLst>
            <pc:docMk/>
            <pc:sldMk cId="0" sldId="257"/>
            <ac:grpSpMk id="39" creationId="{9894AD0D-D518-5896-5A7C-06B9D126EBDC}"/>
          </ac:grpSpMkLst>
        </pc:grpChg>
        <pc:grpChg chg="mod">
          <ac:chgData name="charith reddy" userId="1b2fa9a0140e5e9b" providerId="LiveId" clId="{A8D5999A-DB62-4194-9A2D-BB31DEAE517E}" dt="2026-10-05T19:55:09.675" v="88"/>
          <ac:grpSpMkLst>
            <pc:docMk/>
            <pc:sldMk cId="0" sldId="257"/>
            <ac:grpSpMk id="42" creationId="{C03D7AA3-A3CA-7F91-C051-B479C8E5C30D}"/>
          </ac:grpSpMkLst>
        </pc:grpChg>
        <pc:inkChg chg="add del">
          <ac:chgData name="charith reddy" userId="1b2fa9a0140e5e9b" providerId="LiveId" clId="{A8D5999A-DB62-4194-9A2D-BB31DEAE517E}" dt="2026-10-05T19:50:54.311" v="21" actId="9405"/>
          <ac:inkMkLst>
            <pc:docMk/>
            <pc:sldMk cId="0" sldId="257"/>
            <ac:inkMk id="18" creationId="{E57BA3DF-2F49-C374-5619-E7792D4ACC0C}"/>
          </ac:inkMkLst>
        </pc:inkChg>
        <pc:inkChg chg="add del">
          <ac:chgData name="charith reddy" userId="1b2fa9a0140e5e9b" providerId="LiveId" clId="{A8D5999A-DB62-4194-9A2D-BB31DEAE517E}" dt="2026-10-05T19:50:53.957" v="20" actId="9405"/>
          <ac:inkMkLst>
            <pc:docMk/>
            <pc:sldMk cId="0" sldId="257"/>
            <ac:inkMk id="19" creationId="{8F807016-6B9D-0E3A-8839-A2EE46865A79}"/>
          </ac:inkMkLst>
        </pc:inkChg>
        <pc:inkChg chg="add del">
          <ac:chgData name="charith reddy" userId="1b2fa9a0140e5e9b" providerId="LiveId" clId="{A8D5999A-DB62-4194-9A2D-BB31DEAE517E}" dt="2026-10-05T19:51:01.939" v="23"/>
          <ac:inkMkLst>
            <pc:docMk/>
            <pc:sldMk cId="0" sldId="257"/>
            <ac:inkMk id="20" creationId="{42A1E6C8-2A4B-6D1B-3A82-7BC3813BBA8B}"/>
          </ac:inkMkLst>
        </pc:inkChg>
        <pc:inkChg chg="add mod">
          <ac:chgData name="charith reddy" userId="1b2fa9a0140e5e9b" providerId="LiveId" clId="{A8D5999A-DB62-4194-9A2D-BB31DEAE517E}" dt="2026-10-05T19:51:02.528" v="24"/>
          <ac:inkMkLst>
            <pc:docMk/>
            <pc:sldMk cId="0" sldId="257"/>
            <ac:inkMk id="21" creationId="{6B80553F-844D-3935-915A-0C75FF2411A9}"/>
          </ac:inkMkLst>
        </pc:inkChg>
        <pc:inkChg chg="add">
          <ac:chgData name="charith reddy" userId="1b2fa9a0140e5e9b" providerId="LiveId" clId="{A8D5999A-DB62-4194-9A2D-BB31DEAE517E}" dt="2026-10-05T19:51:04.522" v="25" actId="9405"/>
          <ac:inkMkLst>
            <pc:docMk/>
            <pc:sldMk cId="0" sldId="257"/>
            <ac:inkMk id="22" creationId="{35B4CFAA-7D23-6316-7BE2-0884E7AB19D4}"/>
          </ac:inkMkLst>
        </pc:inkChg>
        <pc:inkChg chg="add">
          <ac:chgData name="charith reddy" userId="1b2fa9a0140e5e9b" providerId="LiveId" clId="{A8D5999A-DB62-4194-9A2D-BB31DEAE517E}" dt="2026-10-05T19:51:11.518" v="26" actId="9405"/>
          <ac:inkMkLst>
            <pc:docMk/>
            <pc:sldMk cId="0" sldId="257"/>
            <ac:inkMk id="23" creationId="{EEA9B18A-E177-6E8A-3D2C-04DAFF4278BF}"/>
          </ac:inkMkLst>
        </pc:inkChg>
        <pc:inkChg chg="add del">
          <ac:chgData name="charith reddy" userId="1b2fa9a0140e5e9b" providerId="LiveId" clId="{A8D5999A-DB62-4194-9A2D-BB31DEAE517E}" dt="2026-10-05T19:51:14.902" v="28"/>
          <ac:inkMkLst>
            <pc:docMk/>
            <pc:sldMk cId="0" sldId="257"/>
            <ac:inkMk id="24" creationId="{B9026F7C-82B8-BA22-526C-CE3374FD1A22}"/>
          </ac:inkMkLst>
        </pc:inkChg>
        <pc:inkChg chg="add mod">
          <ac:chgData name="charith reddy" userId="1b2fa9a0140e5e9b" providerId="LiveId" clId="{A8D5999A-DB62-4194-9A2D-BB31DEAE517E}" dt="2026-10-05T19:51:17.774" v="29"/>
          <ac:inkMkLst>
            <pc:docMk/>
            <pc:sldMk cId="0" sldId="257"/>
            <ac:inkMk id="25" creationId="{0016546C-32D5-9115-F164-FED0119535D7}"/>
          </ac:inkMkLst>
        </pc:inkChg>
        <pc:inkChg chg="add">
          <ac:chgData name="charith reddy" userId="1b2fa9a0140e5e9b" providerId="LiveId" clId="{A8D5999A-DB62-4194-9A2D-BB31DEAE517E}" dt="2026-10-05T19:51:19.194" v="30" actId="9405"/>
          <ac:inkMkLst>
            <pc:docMk/>
            <pc:sldMk cId="0" sldId="257"/>
            <ac:inkMk id="26" creationId="{B50DA666-A6B0-0E99-D5C8-DE8FB084D22C}"/>
          </ac:inkMkLst>
        </pc:inkChg>
        <pc:inkChg chg="add mod">
          <ac:chgData name="charith reddy" userId="1b2fa9a0140e5e9b" providerId="LiveId" clId="{A8D5999A-DB62-4194-9A2D-BB31DEAE517E}" dt="2026-10-05T19:55:09.675" v="88"/>
          <ac:inkMkLst>
            <pc:docMk/>
            <pc:sldMk cId="0" sldId="257"/>
            <ac:inkMk id="27" creationId="{21F18521-254A-4380-EA62-2196B7BA0F94}"/>
          </ac:inkMkLst>
        </pc:inkChg>
        <pc:inkChg chg="add mod">
          <ac:chgData name="charith reddy" userId="1b2fa9a0140e5e9b" providerId="LiveId" clId="{A8D5999A-DB62-4194-9A2D-BB31DEAE517E}" dt="2026-10-05T19:55:09.675" v="88"/>
          <ac:inkMkLst>
            <pc:docMk/>
            <pc:sldMk cId="0" sldId="257"/>
            <ac:inkMk id="28" creationId="{DBDF2830-5070-2884-8274-EA8C3E53F9BE}"/>
          </ac:inkMkLst>
        </pc:inkChg>
        <pc:inkChg chg="add mod">
          <ac:chgData name="charith reddy" userId="1b2fa9a0140e5e9b" providerId="LiveId" clId="{A8D5999A-DB62-4194-9A2D-BB31DEAE517E}" dt="2026-10-05T19:55:09.675" v="88"/>
          <ac:inkMkLst>
            <pc:docMk/>
            <pc:sldMk cId="0" sldId="257"/>
            <ac:inkMk id="30" creationId="{69167AAA-7EDB-1898-CB4D-03D45D9407EF}"/>
          </ac:inkMkLst>
        </pc:inkChg>
        <pc:inkChg chg="add del mod">
          <ac:chgData name="charith reddy" userId="1b2fa9a0140e5e9b" providerId="LiveId" clId="{A8D5999A-DB62-4194-9A2D-BB31DEAE517E}" dt="2026-10-05T19:51:32.343" v="38"/>
          <ac:inkMkLst>
            <pc:docMk/>
            <pc:sldMk cId="0" sldId="257"/>
            <ac:inkMk id="31" creationId="{3A37A3DD-6F86-A434-42BA-742D3BE21245}"/>
          </ac:inkMkLst>
        </pc:inkChg>
        <pc:inkChg chg="add">
          <ac:chgData name="charith reddy" userId="1b2fa9a0140e5e9b" providerId="LiveId" clId="{A8D5999A-DB62-4194-9A2D-BB31DEAE517E}" dt="2026-10-05T19:51:38.737" v="39" actId="9405"/>
          <ac:inkMkLst>
            <pc:docMk/>
            <pc:sldMk cId="0" sldId="257"/>
            <ac:inkMk id="33" creationId="{91846062-C903-7F8E-1E66-3A6B504B3CBD}"/>
          </ac:inkMkLst>
        </pc:inkChg>
        <pc:inkChg chg="add mod">
          <ac:chgData name="charith reddy" userId="1b2fa9a0140e5e9b" providerId="LiveId" clId="{A8D5999A-DB62-4194-9A2D-BB31DEAE517E}" dt="2026-10-05T19:51:48.257" v="43"/>
          <ac:inkMkLst>
            <pc:docMk/>
            <pc:sldMk cId="0" sldId="257"/>
            <ac:inkMk id="34" creationId="{7E8240D5-6C3B-D6C5-99AE-257062DB1561}"/>
          </ac:inkMkLst>
        </pc:inkChg>
        <pc:inkChg chg="add mod">
          <ac:chgData name="charith reddy" userId="1b2fa9a0140e5e9b" providerId="LiveId" clId="{A8D5999A-DB62-4194-9A2D-BB31DEAE517E}" dt="2026-10-05T19:51:52.721" v="45"/>
          <ac:inkMkLst>
            <pc:docMk/>
            <pc:sldMk cId="0" sldId="257"/>
            <ac:inkMk id="36" creationId="{570C15C0-0A9F-848E-4B8C-92848038492D}"/>
          </ac:inkMkLst>
        </pc:inkChg>
        <pc:inkChg chg="add del mod">
          <ac:chgData name="charith reddy" userId="1b2fa9a0140e5e9b" providerId="LiveId" clId="{A8D5999A-DB62-4194-9A2D-BB31DEAE517E}" dt="2026-10-05T19:55:04.307" v="86"/>
          <ac:inkMkLst>
            <pc:docMk/>
            <pc:sldMk cId="0" sldId="257"/>
            <ac:inkMk id="38" creationId="{E60698C3-9911-41D6-6081-C9F1186A3DA7}"/>
          </ac:inkMkLst>
        </pc:inkChg>
        <pc:inkChg chg="add">
          <ac:chgData name="charith reddy" userId="1b2fa9a0140e5e9b" providerId="LiveId" clId="{A8D5999A-DB62-4194-9A2D-BB31DEAE517E}" dt="2026-10-05T19:54:57.940" v="85" actId="9405"/>
          <ac:inkMkLst>
            <pc:docMk/>
            <pc:sldMk cId="0" sldId="257"/>
            <ac:inkMk id="40" creationId="{E02F0A5A-466C-F216-78E1-943020077CD1}"/>
          </ac:inkMkLst>
        </pc:inkChg>
        <pc:inkChg chg="add mod">
          <ac:chgData name="charith reddy" userId="1b2fa9a0140e5e9b" providerId="LiveId" clId="{A8D5999A-DB62-4194-9A2D-BB31DEAE517E}" dt="2026-10-05T19:55:09.675" v="88"/>
          <ac:inkMkLst>
            <pc:docMk/>
            <pc:sldMk cId="0" sldId="257"/>
            <ac:inkMk id="41" creationId="{5FA5F2A7-A42E-2661-AB2D-2B024855C356}"/>
          </ac:inkMkLst>
        </pc:inkChg>
        <pc:inkChg chg="add">
          <ac:chgData name="charith reddy" userId="1b2fa9a0140e5e9b" providerId="LiveId" clId="{A8D5999A-DB62-4194-9A2D-BB31DEAE517E}" dt="2026-10-05T19:55:13.522" v="89" actId="9405"/>
          <ac:inkMkLst>
            <pc:docMk/>
            <pc:sldMk cId="0" sldId="257"/>
            <ac:inkMk id="43" creationId="{2FD2D5CF-3F87-6E08-EBB7-6AB4A7A12960}"/>
          </ac:inkMkLst>
        </pc:inkChg>
      </pc:sldChg>
      <pc:sldChg chg="addSp delSp modSp mod">
        <pc:chgData name="charith reddy" userId="1b2fa9a0140e5e9b" providerId="LiveId" clId="{A8D5999A-DB62-4194-9A2D-BB31DEAE517E}" dt="2026-10-05T19:52:39.067" v="53"/>
        <pc:sldMkLst>
          <pc:docMk/>
          <pc:sldMk cId="0" sldId="258"/>
        </pc:sldMkLst>
        <pc:grpChg chg="del mod">
          <ac:chgData name="charith reddy" userId="1b2fa9a0140e5e9b" providerId="LiveId" clId="{A8D5999A-DB62-4194-9A2D-BB31DEAE517E}" dt="2026-10-05T19:52:32.001" v="51"/>
          <ac:grpSpMkLst>
            <pc:docMk/>
            <pc:sldMk cId="0" sldId="258"/>
            <ac:grpSpMk id="28" creationId="{DC8A2A24-4804-9A82-1D2C-40ED10F53780}"/>
          </ac:grpSpMkLst>
        </pc:grpChg>
        <pc:grpChg chg="del mod">
          <ac:chgData name="charith reddy" userId="1b2fa9a0140e5e9b" providerId="LiveId" clId="{A8D5999A-DB62-4194-9A2D-BB31DEAE517E}" dt="2026-10-05T19:52:39.067" v="53"/>
          <ac:grpSpMkLst>
            <pc:docMk/>
            <pc:sldMk cId="0" sldId="258"/>
            <ac:grpSpMk id="30" creationId="{5B130BDB-C83A-0FD3-479B-0FBC0ADB3D63}"/>
          </ac:grpSpMkLst>
        </pc:grpChg>
        <pc:grpChg chg="mod">
          <ac:chgData name="charith reddy" userId="1b2fa9a0140e5e9b" providerId="LiveId" clId="{A8D5999A-DB62-4194-9A2D-BB31DEAE517E}" dt="2026-10-05T19:52:39.067" v="53"/>
          <ac:grpSpMkLst>
            <pc:docMk/>
            <pc:sldMk cId="0" sldId="258"/>
            <ac:grpSpMk id="32" creationId="{810CC948-CD47-6E03-B34E-EB486561E2C9}"/>
          </ac:grpSpMkLst>
        </pc:grpChg>
        <pc:inkChg chg="add">
          <ac:chgData name="charith reddy" userId="1b2fa9a0140e5e9b" providerId="LiveId" clId="{A8D5999A-DB62-4194-9A2D-BB31DEAE517E}" dt="2026-10-05T19:52:22.262" v="46" actId="9405"/>
          <ac:inkMkLst>
            <pc:docMk/>
            <pc:sldMk cId="0" sldId="258"/>
            <ac:inkMk id="25" creationId="{EF6A70E1-3321-0ED8-E7E2-0A8C4A49BB0F}"/>
          </ac:inkMkLst>
        </pc:inkChg>
        <pc:inkChg chg="add mod">
          <ac:chgData name="charith reddy" userId="1b2fa9a0140e5e9b" providerId="LiveId" clId="{A8D5999A-DB62-4194-9A2D-BB31DEAE517E}" dt="2026-10-05T19:52:39.067" v="53"/>
          <ac:inkMkLst>
            <pc:docMk/>
            <pc:sldMk cId="0" sldId="258"/>
            <ac:inkMk id="26" creationId="{F74CCFBA-0E3E-25B5-001B-1E3C9FD6CD92}"/>
          </ac:inkMkLst>
        </pc:inkChg>
        <pc:inkChg chg="add mod">
          <ac:chgData name="charith reddy" userId="1b2fa9a0140e5e9b" providerId="LiveId" clId="{A8D5999A-DB62-4194-9A2D-BB31DEAE517E}" dt="2026-10-05T19:52:39.067" v="53"/>
          <ac:inkMkLst>
            <pc:docMk/>
            <pc:sldMk cId="0" sldId="258"/>
            <ac:inkMk id="27" creationId="{3BAF0E35-99C9-212D-0959-2D61415C474C}"/>
          </ac:inkMkLst>
        </pc:inkChg>
        <pc:inkChg chg="add mod">
          <ac:chgData name="charith reddy" userId="1b2fa9a0140e5e9b" providerId="LiveId" clId="{A8D5999A-DB62-4194-9A2D-BB31DEAE517E}" dt="2026-10-05T19:52:39.067" v="53"/>
          <ac:inkMkLst>
            <pc:docMk/>
            <pc:sldMk cId="0" sldId="258"/>
            <ac:inkMk id="29" creationId="{403BABF4-2E29-ED98-5F66-A81FE21F94A3}"/>
          </ac:inkMkLst>
        </pc:inkChg>
        <pc:inkChg chg="add mod">
          <ac:chgData name="charith reddy" userId="1b2fa9a0140e5e9b" providerId="LiveId" clId="{A8D5999A-DB62-4194-9A2D-BB31DEAE517E}" dt="2026-10-05T19:52:39.067" v="53"/>
          <ac:inkMkLst>
            <pc:docMk/>
            <pc:sldMk cId="0" sldId="258"/>
            <ac:inkMk id="31" creationId="{531C9488-5D75-AA46-7FDA-F0E41CEB359A}"/>
          </ac:inkMkLst>
        </pc:inkChg>
      </pc:sldChg>
      <pc:sldChg chg="addSp delSp modSp mod">
        <pc:chgData name="charith reddy" userId="1b2fa9a0140e5e9b" providerId="LiveId" clId="{A8D5999A-DB62-4194-9A2D-BB31DEAE517E}" dt="2026-10-05T19:53:01.243" v="59" actId="9405"/>
        <pc:sldMkLst>
          <pc:docMk/>
          <pc:sldMk cId="0" sldId="259"/>
        </pc:sldMkLst>
        <pc:inkChg chg="add del">
          <ac:chgData name="charith reddy" userId="1b2fa9a0140e5e9b" providerId="LiveId" clId="{A8D5999A-DB62-4194-9A2D-BB31DEAE517E}" dt="2026-10-05T19:52:50.960" v="55"/>
          <ac:inkMkLst>
            <pc:docMk/>
            <pc:sldMk cId="0" sldId="259"/>
            <ac:inkMk id="14" creationId="{7CFF4CB1-F1E0-27EC-72AB-FB5A9F9FED31}"/>
          </ac:inkMkLst>
        </pc:inkChg>
        <pc:inkChg chg="add mod">
          <ac:chgData name="charith reddy" userId="1b2fa9a0140e5e9b" providerId="LiveId" clId="{A8D5999A-DB62-4194-9A2D-BB31DEAE517E}" dt="2026-10-05T19:52:52.407" v="56"/>
          <ac:inkMkLst>
            <pc:docMk/>
            <pc:sldMk cId="0" sldId="259"/>
            <ac:inkMk id="15" creationId="{F9D0B2D2-3F7E-1646-59DA-F9125204FD79}"/>
          </ac:inkMkLst>
        </pc:inkChg>
        <pc:inkChg chg="add">
          <ac:chgData name="charith reddy" userId="1b2fa9a0140e5e9b" providerId="LiveId" clId="{A8D5999A-DB62-4194-9A2D-BB31DEAE517E}" dt="2026-10-05T19:52:53.339" v="57" actId="9405"/>
          <ac:inkMkLst>
            <pc:docMk/>
            <pc:sldMk cId="0" sldId="259"/>
            <ac:inkMk id="16" creationId="{133E6E12-CFB3-27F9-73F3-F5831B2337E4}"/>
          </ac:inkMkLst>
        </pc:inkChg>
        <pc:inkChg chg="add">
          <ac:chgData name="charith reddy" userId="1b2fa9a0140e5e9b" providerId="LiveId" clId="{A8D5999A-DB62-4194-9A2D-BB31DEAE517E}" dt="2026-10-05T19:52:57.887" v="58" actId="9405"/>
          <ac:inkMkLst>
            <pc:docMk/>
            <pc:sldMk cId="0" sldId="259"/>
            <ac:inkMk id="17" creationId="{7F61CCDC-0645-BE95-DE79-DC32AFC1A03C}"/>
          </ac:inkMkLst>
        </pc:inkChg>
        <pc:inkChg chg="add">
          <ac:chgData name="charith reddy" userId="1b2fa9a0140e5e9b" providerId="LiveId" clId="{A8D5999A-DB62-4194-9A2D-BB31DEAE517E}" dt="2026-10-05T19:53:01.243" v="59" actId="9405"/>
          <ac:inkMkLst>
            <pc:docMk/>
            <pc:sldMk cId="0" sldId="259"/>
            <ac:inkMk id="18" creationId="{3F8ED22D-7EC2-0E06-8B56-1B6CEEE56067}"/>
          </ac:inkMkLst>
        </pc:inkChg>
      </pc:sldChg>
      <pc:sldChg chg="addSp delSp modSp mod">
        <pc:chgData name="charith reddy" userId="1b2fa9a0140e5e9b" providerId="LiveId" clId="{A8D5999A-DB62-4194-9A2D-BB31DEAE517E}" dt="2026-10-05T19:55:39.720" v="95"/>
        <pc:sldMkLst>
          <pc:docMk/>
          <pc:sldMk cId="0" sldId="260"/>
        </pc:sldMkLst>
        <pc:grpChg chg="del mod">
          <ac:chgData name="charith reddy" userId="1b2fa9a0140e5e9b" providerId="LiveId" clId="{A8D5999A-DB62-4194-9A2D-BB31DEAE517E}" dt="2026-10-05T19:53:21.610" v="67"/>
          <ac:grpSpMkLst>
            <pc:docMk/>
            <pc:sldMk cId="0" sldId="260"/>
            <ac:grpSpMk id="21" creationId="{72536791-6B1E-AA99-FE8B-92AE0B478632}"/>
          </ac:grpSpMkLst>
        </pc:grpChg>
        <pc:grpChg chg="del mod">
          <ac:chgData name="charith reddy" userId="1b2fa9a0140e5e9b" providerId="LiveId" clId="{A8D5999A-DB62-4194-9A2D-BB31DEAE517E}" dt="2026-10-05T19:55:39.720" v="95"/>
          <ac:grpSpMkLst>
            <pc:docMk/>
            <pc:sldMk cId="0" sldId="260"/>
            <ac:grpSpMk id="23" creationId="{0DA06BA0-1423-4324-054C-4A5A07578577}"/>
          </ac:grpSpMkLst>
        </pc:grpChg>
        <pc:grpChg chg="del mod">
          <ac:chgData name="charith reddy" userId="1b2fa9a0140e5e9b" providerId="LiveId" clId="{A8D5999A-DB62-4194-9A2D-BB31DEAE517E}" dt="2026-10-05T19:55:39.720" v="95"/>
          <ac:grpSpMkLst>
            <pc:docMk/>
            <pc:sldMk cId="0" sldId="260"/>
            <ac:grpSpMk id="26" creationId="{748325E2-CB7B-C677-4F42-5B43996E8F15}"/>
          </ac:grpSpMkLst>
        </pc:grpChg>
        <pc:grpChg chg="mod">
          <ac:chgData name="charith reddy" userId="1b2fa9a0140e5e9b" providerId="LiveId" clId="{A8D5999A-DB62-4194-9A2D-BB31DEAE517E}" dt="2026-10-05T19:55:39.720" v="95"/>
          <ac:grpSpMkLst>
            <pc:docMk/>
            <pc:sldMk cId="0" sldId="260"/>
            <ac:grpSpMk id="28" creationId="{4F0D28AA-FAD4-BDDE-9B59-911BFB832695}"/>
          </ac:grpSpMkLst>
        </pc:grpChg>
        <pc:inkChg chg="add del">
          <ac:chgData name="charith reddy" userId="1b2fa9a0140e5e9b" providerId="LiveId" clId="{A8D5999A-DB62-4194-9A2D-BB31DEAE517E}" dt="2026-10-05T19:53:09.444" v="61"/>
          <ac:inkMkLst>
            <pc:docMk/>
            <pc:sldMk cId="0" sldId="260"/>
            <ac:inkMk id="17" creationId="{430EEBDD-02BA-8B8D-AB69-D6BD8397260F}"/>
          </ac:inkMkLst>
        </pc:inkChg>
        <pc:inkChg chg="add mod">
          <ac:chgData name="charith reddy" userId="1b2fa9a0140e5e9b" providerId="LiveId" clId="{A8D5999A-DB62-4194-9A2D-BB31DEAE517E}" dt="2026-10-05T19:53:11.010" v="62"/>
          <ac:inkMkLst>
            <pc:docMk/>
            <pc:sldMk cId="0" sldId="260"/>
            <ac:inkMk id="18" creationId="{A2C896D9-BB2E-AFA3-54F7-CD19194B878F}"/>
          </ac:inkMkLst>
        </pc:inkChg>
        <pc:inkChg chg="add mod">
          <ac:chgData name="charith reddy" userId="1b2fa9a0140e5e9b" providerId="LiveId" clId="{A8D5999A-DB62-4194-9A2D-BB31DEAE517E}" dt="2026-10-05T19:55:39.720" v="95"/>
          <ac:inkMkLst>
            <pc:docMk/>
            <pc:sldMk cId="0" sldId="260"/>
            <ac:inkMk id="19" creationId="{DAD78BB8-BB27-543F-4134-C0DD930C0405}"/>
          </ac:inkMkLst>
        </pc:inkChg>
        <pc:inkChg chg="add mod">
          <ac:chgData name="charith reddy" userId="1b2fa9a0140e5e9b" providerId="LiveId" clId="{A8D5999A-DB62-4194-9A2D-BB31DEAE517E}" dt="2026-10-05T19:55:39.720" v="95"/>
          <ac:inkMkLst>
            <pc:docMk/>
            <pc:sldMk cId="0" sldId="260"/>
            <ac:inkMk id="20" creationId="{614E5B7A-D1FD-5B9B-AE4F-CA30C0447836}"/>
          </ac:inkMkLst>
        </pc:inkChg>
        <pc:inkChg chg="add del mod">
          <ac:chgData name="charith reddy" userId="1b2fa9a0140e5e9b" providerId="LiveId" clId="{A8D5999A-DB62-4194-9A2D-BB31DEAE517E}" dt="2026-10-05T19:55:26.414" v="90"/>
          <ac:inkMkLst>
            <pc:docMk/>
            <pc:sldMk cId="0" sldId="260"/>
            <ac:inkMk id="22" creationId="{A0BBFAE9-5E64-2C86-A9CA-EFA2C60BCA9E}"/>
          </ac:inkMkLst>
        </pc:inkChg>
        <pc:inkChg chg="add mod">
          <ac:chgData name="charith reddy" userId="1b2fa9a0140e5e9b" providerId="LiveId" clId="{A8D5999A-DB62-4194-9A2D-BB31DEAE517E}" dt="2026-10-05T19:55:39.720" v="95"/>
          <ac:inkMkLst>
            <pc:docMk/>
            <pc:sldMk cId="0" sldId="260"/>
            <ac:inkMk id="24" creationId="{E5CC65C9-FA43-A080-BFDE-551244EFAEF0}"/>
          </ac:inkMkLst>
        </pc:inkChg>
        <pc:inkChg chg="add mod">
          <ac:chgData name="charith reddy" userId="1b2fa9a0140e5e9b" providerId="LiveId" clId="{A8D5999A-DB62-4194-9A2D-BB31DEAE517E}" dt="2026-10-05T19:55:39.720" v="95"/>
          <ac:inkMkLst>
            <pc:docMk/>
            <pc:sldMk cId="0" sldId="260"/>
            <ac:inkMk id="25" creationId="{0CDC8A3F-4AC1-02DA-106F-597DE3FD6141}"/>
          </ac:inkMkLst>
        </pc:inkChg>
        <pc:inkChg chg="add mod">
          <ac:chgData name="charith reddy" userId="1b2fa9a0140e5e9b" providerId="LiveId" clId="{A8D5999A-DB62-4194-9A2D-BB31DEAE517E}" dt="2026-10-05T19:55:39.720" v="95"/>
          <ac:inkMkLst>
            <pc:docMk/>
            <pc:sldMk cId="0" sldId="260"/>
            <ac:inkMk id="27" creationId="{F34B44AD-0487-719D-EDD8-A322C60E3D37}"/>
          </ac:inkMkLst>
        </pc:inkChg>
      </pc:sldChg>
      <pc:sldChg chg="addSp delSp modSp mod">
        <pc:chgData name="charith reddy" userId="1b2fa9a0140e5e9b" providerId="LiveId" clId="{A8D5999A-DB62-4194-9A2D-BB31DEAE517E}" dt="2026-10-05T19:56:14.777" v="99" actId="9405"/>
        <pc:sldMkLst>
          <pc:docMk/>
          <pc:sldMk cId="0" sldId="261"/>
        </pc:sldMkLst>
        <pc:inkChg chg="add del">
          <ac:chgData name="charith reddy" userId="1b2fa9a0140e5e9b" providerId="LiveId" clId="{A8D5999A-DB62-4194-9A2D-BB31DEAE517E}" dt="2026-10-05T19:53:29.006" v="69"/>
          <ac:inkMkLst>
            <pc:docMk/>
            <pc:sldMk cId="0" sldId="261"/>
            <ac:inkMk id="18" creationId="{5E5A40F9-666B-E448-D0FF-534A93613FAB}"/>
          </ac:inkMkLst>
        </pc:inkChg>
        <pc:inkChg chg="add mod">
          <ac:chgData name="charith reddy" userId="1b2fa9a0140e5e9b" providerId="LiveId" clId="{A8D5999A-DB62-4194-9A2D-BB31DEAE517E}" dt="2026-10-05T19:53:32.130" v="71"/>
          <ac:inkMkLst>
            <pc:docMk/>
            <pc:sldMk cId="0" sldId="261"/>
            <ac:inkMk id="19" creationId="{7ED29880-D331-AABE-8689-F0B3ED2E53A9}"/>
          </ac:inkMkLst>
        </pc:inkChg>
        <pc:inkChg chg="add del">
          <ac:chgData name="charith reddy" userId="1b2fa9a0140e5e9b" providerId="LiveId" clId="{A8D5999A-DB62-4194-9A2D-BB31DEAE517E}" dt="2026-10-05T19:53:38.145" v="73" actId="9405"/>
          <ac:inkMkLst>
            <pc:docMk/>
            <pc:sldMk cId="0" sldId="261"/>
            <ac:inkMk id="20" creationId="{125E2ED4-1647-0659-8930-52862FB7FD4A}"/>
          </ac:inkMkLst>
        </pc:inkChg>
        <pc:inkChg chg="add del">
          <ac:chgData name="charith reddy" userId="1b2fa9a0140e5e9b" providerId="LiveId" clId="{A8D5999A-DB62-4194-9A2D-BB31DEAE517E}" dt="2026-10-05T19:55:54.342" v="96"/>
          <ac:inkMkLst>
            <pc:docMk/>
            <pc:sldMk cId="0" sldId="261"/>
            <ac:inkMk id="21" creationId="{8B69E0A0-055A-CEE2-DFA5-0AC2596A8608}"/>
          </ac:inkMkLst>
        </pc:inkChg>
        <pc:inkChg chg="add">
          <ac:chgData name="charith reddy" userId="1b2fa9a0140e5e9b" providerId="LiveId" clId="{A8D5999A-DB62-4194-9A2D-BB31DEAE517E}" dt="2026-10-05T19:53:52.828" v="75" actId="9405"/>
          <ac:inkMkLst>
            <pc:docMk/>
            <pc:sldMk cId="0" sldId="261"/>
            <ac:inkMk id="22" creationId="{27BFF44B-E26E-1C71-C056-AF9642126DB8}"/>
          </ac:inkMkLst>
        </pc:inkChg>
        <pc:inkChg chg="add del">
          <ac:chgData name="charith reddy" userId="1b2fa9a0140e5e9b" providerId="LiveId" clId="{A8D5999A-DB62-4194-9A2D-BB31DEAE517E}" dt="2026-10-05T19:56:06.281" v="98"/>
          <ac:inkMkLst>
            <pc:docMk/>
            <pc:sldMk cId="0" sldId="261"/>
            <ac:inkMk id="23" creationId="{22D5B849-93F9-1A14-4F88-423CF8B54D03}"/>
          </ac:inkMkLst>
        </pc:inkChg>
        <pc:inkChg chg="add">
          <ac:chgData name="charith reddy" userId="1b2fa9a0140e5e9b" providerId="LiveId" clId="{A8D5999A-DB62-4194-9A2D-BB31DEAE517E}" dt="2026-10-05T19:56:14.777" v="99" actId="9405"/>
          <ac:inkMkLst>
            <pc:docMk/>
            <pc:sldMk cId="0" sldId="261"/>
            <ac:inkMk id="24" creationId="{2B16E302-414F-5EE8-AFD1-2AAA2E9F3DBD}"/>
          </ac:inkMkLst>
        </pc:inkChg>
      </pc:sldChg>
      <pc:sldChg chg="addSp delSp modSp mod">
        <pc:chgData name="charith reddy" userId="1b2fa9a0140e5e9b" providerId="LiveId" clId="{A8D5999A-DB62-4194-9A2D-BB31DEAE517E}" dt="2026-10-05T19:56:28.296" v="101" actId="9405"/>
        <pc:sldMkLst>
          <pc:docMk/>
          <pc:sldMk cId="0" sldId="262"/>
        </pc:sldMkLst>
        <pc:grpChg chg="mod">
          <ac:chgData name="charith reddy" userId="1b2fa9a0140e5e9b" providerId="LiveId" clId="{A8D5999A-DB62-4194-9A2D-BB31DEAE517E}" dt="2026-10-05T19:54:14.043" v="82"/>
          <ac:grpSpMkLst>
            <pc:docMk/>
            <pc:sldMk cId="0" sldId="262"/>
            <ac:grpSpMk id="14" creationId="{199AB521-3E58-8B5A-0A5C-82D85761E482}"/>
          </ac:grpSpMkLst>
        </pc:grpChg>
        <pc:inkChg chg="add mod">
          <ac:chgData name="charith reddy" userId="1b2fa9a0140e5e9b" providerId="LiveId" clId="{A8D5999A-DB62-4194-9A2D-BB31DEAE517E}" dt="2026-10-05T19:54:14.043" v="82"/>
          <ac:inkMkLst>
            <pc:docMk/>
            <pc:sldMk cId="0" sldId="262"/>
            <ac:inkMk id="9" creationId="{EB23939A-B892-8813-5C8E-BD0E7A708DCF}"/>
          </ac:inkMkLst>
        </pc:inkChg>
        <pc:inkChg chg="add mod">
          <ac:chgData name="charith reddy" userId="1b2fa9a0140e5e9b" providerId="LiveId" clId="{A8D5999A-DB62-4194-9A2D-BB31DEAE517E}" dt="2026-10-05T19:54:14.043" v="82"/>
          <ac:inkMkLst>
            <pc:docMk/>
            <pc:sldMk cId="0" sldId="262"/>
            <ac:inkMk id="10" creationId="{8B934719-343B-E8CD-A162-D403453FA950}"/>
          </ac:inkMkLst>
        </pc:inkChg>
        <pc:inkChg chg="add del">
          <ac:chgData name="charith reddy" userId="1b2fa9a0140e5e9b" providerId="LiveId" clId="{A8D5999A-DB62-4194-9A2D-BB31DEAE517E}" dt="2026-10-05T19:54:04.677" v="79"/>
          <ac:inkMkLst>
            <pc:docMk/>
            <pc:sldMk cId="0" sldId="262"/>
            <ac:inkMk id="11" creationId="{6DBFBA35-CF2E-56D7-8E6A-2EBA38AF7561}"/>
          </ac:inkMkLst>
        </pc:inkChg>
        <pc:inkChg chg="add mod">
          <ac:chgData name="charith reddy" userId="1b2fa9a0140e5e9b" providerId="LiveId" clId="{A8D5999A-DB62-4194-9A2D-BB31DEAE517E}" dt="2026-10-05T19:54:11.377" v="80"/>
          <ac:inkMkLst>
            <pc:docMk/>
            <pc:sldMk cId="0" sldId="262"/>
            <ac:inkMk id="12" creationId="{9D5550FD-77B7-1DAA-9EFB-E1BC1A322D68}"/>
          </ac:inkMkLst>
        </pc:inkChg>
        <pc:inkChg chg="add">
          <ac:chgData name="charith reddy" userId="1b2fa9a0140e5e9b" providerId="LiveId" clId="{A8D5999A-DB62-4194-9A2D-BB31DEAE517E}" dt="2026-10-05T19:54:13.103" v="81" actId="9405"/>
          <ac:inkMkLst>
            <pc:docMk/>
            <pc:sldMk cId="0" sldId="262"/>
            <ac:inkMk id="13" creationId="{0CD6C0F7-7851-F345-87C9-1BF7E71B17E6}"/>
          </ac:inkMkLst>
        </pc:inkChg>
        <pc:inkChg chg="add del">
          <ac:chgData name="charith reddy" userId="1b2fa9a0140e5e9b" providerId="LiveId" clId="{A8D5999A-DB62-4194-9A2D-BB31DEAE517E}" dt="2026-10-05T19:54:22.450" v="84" actId="9405"/>
          <ac:inkMkLst>
            <pc:docMk/>
            <pc:sldMk cId="0" sldId="262"/>
            <ac:inkMk id="15" creationId="{20B1406F-183A-7816-D850-9F0CEEAF1458}"/>
          </ac:inkMkLst>
        </pc:inkChg>
        <pc:inkChg chg="add">
          <ac:chgData name="charith reddy" userId="1b2fa9a0140e5e9b" providerId="LiveId" clId="{A8D5999A-DB62-4194-9A2D-BB31DEAE517E}" dt="2026-10-05T19:56:24.956" v="100" actId="9405"/>
          <ac:inkMkLst>
            <pc:docMk/>
            <pc:sldMk cId="0" sldId="262"/>
            <ac:inkMk id="16" creationId="{5679B595-04B1-E2B0-B2D6-7626894BD1BD}"/>
          </ac:inkMkLst>
        </pc:inkChg>
        <pc:inkChg chg="add">
          <ac:chgData name="charith reddy" userId="1b2fa9a0140e5e9b" providerId="LiveId" clId="{A8D5999A-DB62-4194-9A2D-BB31DEAE517E}" dt="2026-10-05T19:56:28.296" v="101" actId="9405"/>
          <ac:inkMkLst>
            <pc:docMk/>
            <pc:sldMk cId="0" sldId="262"/>
            <ac:inkMk id="17" creationId="{4FB474A4-D6E8-2C45-C054-0C5488B9A95B}"/>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0:04.012"/>
    </inkml:context>
    <inkml:brush xml:id="br0">
      <inkml:brushProperty name="width" value="0.2" units="cm"/>
      <inkml:brushProperty name="height" value="0.2" units="cm"/>
      <inkml:brushProperty name="color" value="#FFFFFF"/>
    </inkml:brush>
  </inkml:definitions>
  <inkml:trace contextRef="#ctx0" brushRef="#br0">81 867 24575,'-8'2'0,"1"0"0,-1 0 0,1 1 0,0 0 0,0 0 0,0 1 0,0 0 0,-6 5 0,8-6 0,5-3 0,0 0 0,0 0 0,-1 0 0,1 0 0,0 0 0,0 0 0,0 0 0,0 0 0,-1 0 0,1 0 0,0 0 0,0 1 0,0-1 0,-1 0 0,1 0 0,0 0 0,0 0 0,0 0 0,0 0 0,0 1 0,-1-1 0,1 0 0,0 0 0,0 0 0,0 0 0,0 0 0,0 1 0,0-1 0,0 0 0,0 0 0,0 0 0,0 1 0,0-1 0,0 0 0,0 0 0,-1 0 0,1 1 0,1-1 0,-1 0 0,0 0 0,0 0 0,0 0 0,0 1 0,0-1 0,0 0 0,0 0 0,0 0 0,0 1 0,0-1 0,0 0 0,0 0 0,0 0 0,1 1 0,13 1 0,21-3 0,36-15 0,-37 7 0,0 2 0,61-6 0,408 12 0,-244 3 0,-234-2 0,-11 1 0,1 0 0,-1-2 0,0 1 0,0-2 0,0 0 0,0 0 0,0-2 0,0 0 0,-1 0 0,14-7 0,12-7 0,60-20 0,29-12 0,146-88 0,-260 132 0,0 0 0,1 1 0,-1 1 0,1 0 0,0 1 0,1 1 0,-1 0 0,23 1 0,-36 1 0,0 0 0,0 0 0,-1 0 0,1 0 0,0 0 0,0 1 0,-1-1 0,1 0 0,0 1 0,0-1 0,-1 1 0,1 0 0,0 0 0,-1-1 0,1 1 0,-1 0 0,1 0 0,-1 0 0,1 1 0,-1-1 0,0 0 0,0 1 0,0-1 0,1 0 0,-1 1 0,-1-1 0,1 1 0,0 0 0,1 1 0,-2 0 0,0-1 0,0 1 0,0-1 0,0 1 0,-1-1 0,1 0 0,0 1 0,-1-1 0,0 1 0,0-1 0,1 0 0,-1 1 0,-1-1 0,1 0 0,0 0 0,0 0 0,-1 0 0,0 0 0,1 0 0,-4 2 0,-4 5 0,0-1 0,0-1 0,-1 0 0,0 0 0,0-1 0,-1 0 0,-16 6 0,-10 1 0,-38 9 0,41-14 0,-52 22 0,35-5 0,1 3 0,-68 49 0,93-60 0,7-6 0,0 0 0,0-2 0,-1 0 0,-1-1 0,-29 8 0,-106 16 0,1 0 0,124-24-754,0-1 1,0-2-1,0-1 0,-1-1 0,1-2 1,-1 0-1,0-3 0,-44-6 0,55 5 888,-18-3 1837,1-1-1,-61-20 1,61 15-1571,-57-9 0,54 12-431,-45-14 0,58 14 31,17 6 0,0 0 0,-1-1 0,2-1 0,-1 1 0,-13-9 0,20 10 0,0 0 0,0 0 0,-1 0 0,2 0 0,-1-1 0,0 1 0,1-1 0,-1 0 0,1 0 0,0 0 0,1 0 0,-1 0 0,1 0 0,-1 0 0,1-1 0,1 1 0,-2-5 0,1 4 0,1-1 0,-1 0 0,1 0 0,0 0 0,0 1 0,1-1 0,0 0 0,0 1 0,0-1 0,1 0 0,0 1 0,0-1 0,0 1 0,0 0 0,1 0 0,6-9 0,-4 8 0,0 1 0,0 0 0,1 0 0,0 0 0,-1 1 0,2 0 0,-1 0 0,0 0 0,1 1 0,0 0 0,0 0 0,13-3 0,8 1 0,0 1 0,0 1 0,0 2 0,0 1 0,36 3 0,17 1 0,10-3 0,127-3 0,-181-3 0,-1-1 0,68-20 0,-8 1 0,-61 16 0,67-28 0,-15 5 0,-46 20 0,1 1 0,0 3 0,1 1 0,0 2 0,66 1 0,-76 4 0,0-3 0,0 0 0,42-11 0,92-33 0,-3 1 0,-123 35 0,-2-2 0,1-1 0,-2-2 0,0-2 0,70-44 0,-61 34 0,72-30 0,-66 35 0,53-34 0,-86 44-117,-4 4-195,0-1 0,0-1 0,27-25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0:13.329"/>
    </inkml:context>
    <inkml:brush xml:id="br0">
      <inkml:brushProperty name="width" value="0.2" units="cm"/>
      <inkml:brushProperty name="height" value="0.2" units="cm"/>
      <inkml:brushProperty name="color" value="#FFFFFF"/>
    </inkml:brush>
  </inkml:definitions>
  <inkml:trace contextRef="#ctx0" brushRef="#br0">2191 203 24575,'-7'1'0,"1"1"0,-1-1 0,0 1 0,0 1 0,1-1 0,0 1 0,-10 5 0,-12 6 0,1-5 0,-1-2 0,0 0 0,-1-2 0,1-1 0,-1-1 0,0-2 0,-29-2 0,-2 0 0,-123 2 0,149 1 0,0 2 0,0 1 0,-44 13 0,56-11 0,-6-1 0,1 2 0,1 2 0,-1 0 0,2 1 0,-1 2 0,-27 19 0,50-31 0,0 2 0,1-1 0,-1 0 0,1 0 0,0 1 0,0-1 0,0 1 0,0 0 0,0 0 0,-2 5 0,4-7 0,0 0 0,0 0 0,0 0 0,0 0 0,0 0 0,0 0 0,0 0 0,0 0 0,0 0 0,0 0 0,0 0 0,1-1 0,-1 1 0,0 0 0,1 0 0,-1 0 0,1 0 0,-1-1 0,1 1 0,-1 0 0,1 0 0,-1-1 0,1 1 0,0 0 0,0-1 0,-1 1 0,1-1 0,0 1 0,0-1 0,0 1 0,-1-1 0,1 1 0,0-1 0,0 0 0,0 0 0,0 1 0,0-1 0,0 0 0,0 0 0,0 0 0,0 0 0,1 0 0,24 3-136,1 0 0,0-2 0,50-4-1,-10 0-5363,59 2 5322,63 7 4219,-3 18-606,-65 8-4688,-118-31 1253,0 0 0,-1 0 0,1 0 0,-1 0 0,1 1 0,-1-1 0,0 1 0,1 0 0,-1-1 0,0 1 0,0 0 0,0 0 0,0 0 0,0 1 0,-1-1 0,1 0 0,-1 1 0,1-1 0,-1 1 0,0-1 0,0 1 0,1 4 0,-2-5 0,1 1 0,-1-1 0,0 0 0,0 1 0,-1-1 0,1 0 0,0 1 0,-1-1 0,1 0 0,-1 0 0,0 0 0,0 1 0,0-1 0,0 0 0,0 0 0,0 0 0,-1 0 0,1-1 0,-1 1 0,1 0 0,-1 0 0,1-1 0,-1 1 0,0-1 0,0 0 0,0 1 0,-3 0 0,-5 3 0,1-1 0,-1-1 0,0 1 0,-1-2 0,1 0 0,0 0 0,-1 0 0,1-2 0,-1 1 0,1-1 0,-1-1 0,1 0 0,-1 0 0,1-1 0,-1 0 0,1-1 0,0 0 0,0-1 0,1 0 0,-1 0 0,1-1 0,0-1 0,-11-7 0,-1-2 0,-1 1 0,0 1 0,-39-17 0,46 25 0,-1 0 0,0 0 0,0 2 0,0 0 0,0 0 0,-31 1 0,-117 5 0,-160-4 0,283-5 0,33 4 0,0 0 0,0 1 0,-1 0 0,-14 0 0,23 1 0,0 0 0,0 0 0,0 0 0,1 0 0,-1 1 0,0-1 0,0 0 0,0 0 0,0 0 0,0 0 0,1 0 0,-1 0 0,0 1 0,0-1 0,0 0 0,0 0 0,0 0 0,0 0 0,0 1 0,0-1 0,1 0 0,-1 0 0,0 0 0,0 0 0,0 1 0,0-1 0,0 0 0,0 0 0,0 0 0,0 1 0,0-1 0,0 0 0,0 0 0,0 0 0,0 0 0,-1 1 0,1-1 0,0 0 0,0 0 0,0 0 0,0 1 0,0-1 0,0 0 0,0 0 0,0 0 0,-1 0 0,1 0 0,0 0 0,0 1 0,0-1 0,0 0 0,0 0 0,-1 0 0,1 0 0,0 0 0,0 0 0,0 0 0,0 0 0,-1 0 0,1 0 0,0 1 0,15 8 0,-14-9 0,119 70 0,32 15 0,-132-75 0,0 0 0,0 2 0,-1 0 0,0 2 0,21 19 0,-23-17 0,0-2 0,27 18 0,-38-28 0,1 0 0,-1 0 0,1-1 0,0 0 0,0 0 0,0 0 0,1-1 0,-1 0 0,0-1 0,14 2 0,-21-3 0,0 0 0,0 0 0,1 0 0,-1 0 0,0 0 0,0 0 0,1 0 0,-1 0 0,0 0 0,0 0 0,1 0 0,-1 0 0,0 0 0,0 0 0,1 0 0,-1 0 0,0 0 0,0 0 0,1-1 0,-1 1 0,0 0 0,0 0 0,1 0 0,-1 0 0,0 0 0,0-1 0,0 1 0,1 0 0,-1 0 0,0 0 0,0-1 0,0 1 0,0 0 0,0 0 0,1-1 0,-8-8 0,-22-11 0,22 15 0,-5-4 0,0 1 0,0 0 0,0 0 0,-1 1 0,0 1 0,-1 0 0,0 1 0,1 0 0,-1 1 0,-1 1 0,1 0 0,0 1 0,-19 0 0,17 2 0,-5 0 0,0 0 0,0-1 0,0-1 0,0-1 0,-36-10 0,26 5 0,1 1 0,-1 2 0,-1 1 0,1 2 0,0 0 0,-37 5 0,20-3 0,21 3-185,1 1 0,0 1 0,0 1 0,1 1-1,0 1 1,-26 13 0,-2-1-1795,1-1 1304,-173 58-1407,169-61 1834,0-2-1,-59 7 0,110-20 228,-1-1-1,1 0 0,0 0 0,0 0 0,-10-2 1,14 2 28,1 0 0,-1 0 0,1 0-1,-1-1 1,1 1 0,-1 0 0,1 0 0,-1-1 0,1 1 0,-1 0 0,1 0 0,-1-1 0,1 1 0,0-1 0,-1 1 0,1 0 0,0-1 0,-1 1 0,1-1-1,0 1 1,-1-1 0,1 0 0,0 0 23,0 0 0,0 0-1,0 0 1,0 0 0,0 0 0,1 0-1,-1 0 1,0 1 0,1-1 0,-1 0-1,0 0 1,1 0 0,-1 0 0,1 1-1,0-1 1,-1 0 0,1 0 0,0 0-1,12-11 1013,0 1 0,0 0 0,1 1 1,0 1-1,20-10 0,15-11-1050,-42 26 9,23-18 0,0 2 0,1 2 0,1 0 0,1 3 0,66-23 0,101-3 0,-59 15 0,-65 6 0,140-59 0,-199 72 0,5-3 0,-1-2 0,34-22 0,-38 22 0,0 1 0,1 1 0,0 0 0,33-12 0,-2 8 0,-31 10 0,-1 0 0,0-1 0,0-1 0,-1-1 0,0 0 0,0-1 0,0-1 0,-1 0 0,17-15 0,-9 4 0,1 2 0,0 0 0,1 1 0,1 2 0,39-18 0,-40 19-195,0-1 0,-2 0 0,0-2 0,0 0 0,-2-2 0,20-21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49:55.128"/>
    </inkml:context>
    <inkml:brush xml:id="br0">
      <inkml:brushProperty name="width" value="0.2" units="cm"/>
      <inkml:brushProperty name="height" value="0.2" units="cm"/>
      <inkml:brushProperty name="color" value="#FFFFFF"/>
    </inkml:brush>
  </inkml:definitions>
  <inkml:trace contextRef="#ctx0" brushRef="#br0">98 143 24575,'6'-6'0,"1"1"0,0 0 0,0 1 0,0 0 0,1 0 0,0 0 0,0 1 0,0 0 0,0 1 0,0-1 0,0 2 0,13-2 0,1 1 0,0 0 0,1 2 0,32 3 0,-53-3 0,0 0 0,0 0 0,-1 1 0,1-1 0,0 0 0,0 1 0,-1-1 0,1 1 0,0-1 0,-1 1 0,1 0 0,-1 0 0,1 0 0,-1 0 0,1 0 0,-1 0 0,1 0 0,-1 0 0,0 1 0,2 1 0,-3-2 0,1 1 0,-1-1 0,0 1 0,1-1 0,-1 1 0,0-1 0,0 1 0,0-1 0,0 1 0,0-1 0,0 1 0,-1-1 0,1 0 0,0 1 0,-1-1 0,1 1 0,-1-1 0,-1 3 0,-2 4 0,-1-1 0,0 0 0,0 0 0,-1 0 0,0-1 0,-12 11 0,-17 8 0,-1-2 0,-2-1 0,0-2 0,-1-1 0,-57 18 0,94-36 0,-1 0 0,1 0 0,0-1 0,0 1 0,-1-1 0,1 1 0,-1-1 0,1 0 0,0 0 0,-3 0 0,4 0 0,1 0 0,0 0 0,0 0 0,0 0 0,0 0 0,0 0 0,-1-1 0,1 1 0,0 0 0,0 0 0,0 0 0,0 0 0,0 0 0,0 0 0,0 0 0,0 0 0,-1 0 0,1-1 0,0 1 0,0 0 0,0 0 0,0 0 0,0 0 0,0 0 0,0 0 0,0-1 0,0 1 0,0 0 0,0 0 0,0 0 0,0 0 0,0 0 0,0-1 0,0 1 0,0 0 0,0 0 0,0 0 0,0 0 0,0 0 0,0 0 0,0-1 0,0 1 0,0 0 0,0 0 0,0 0 0,1 0 0,-1 0 0,0 0 0,13-12 0,3 2 0,0 1 0,0 0 0,1 1 0,0 1 0,19-5 0,91-16 0,-32 8 0,-80 15 0,0-1 0,0 0 0,0-1 0,-1 0 0,0-2 0,23-17 0,-22 15 0,0 0 0,1 1 0,1 1 0,29-12 0,51-22 0,-79 34 0,0 0 0,0 0 0,1 2 0,0 0 0,0 2 0,1 0 0,0 1 0,21-2 0,-39 6 0,216 3 0,-213-2 0,0-1 0,1 1 0,-1 0 0,0 0 0,0 1 0,0 0 0,-1 0 0,1 0 0,0 0 0,5 4 0,-9-5 0,0 0 0,0 0 0,0 0 0,0 0 0,0 1 0,0-1 0,0 0 0,0 1 0,-1-1 0,1 0 0,-1 1 0,1-1 0,-1 1 0,1-1 0,-1 1 0,0-1 0,1 1 0,-1-1 0,0 1 0,0-1 0,0 1 0,0-1 0,-1 1 0,1-1 0,0 1 0,0-1 0,-1 1 0,1-1 0,-1 0 0,0 1 0,1-1 0,-1 0 0,0 1 0,0-1 0,0 0 0,0 0 0,-2 2 0,-3 5 31,-1-1-1,0 0 0,0 0 1,0-1-1,-1 0 0,0 0 0,-1-1 1,1 0-1,-14 6 0,-34 10-1185,4-5-4038,27-11 4258,3-1-276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49:55.304"/>
    </inkml:context>
    <inkml:brush xml:id="br0">
      <inkml:brushProperty name="width" value="0.2" units="cm"/>
      <inkml:brushProperty name="height" value="0.2" units="cm"/>
      <inkml:brushProperty name="color" value="#FFFFFF"/>
    </inkml:brush>
  </inkml:definitions>
  <inkml:trace contextRef="#ctx0" brushRef="#br0">79 0 24575,'-8'4'0,"-6"2"0,-5-1 0,0 3 0,0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49:55.399"/>
    </inkml:context>
    <inkml:brush xml:id="br0">
      <inkml:brushProperty name="width" value="0.2" units="cm"/>
      <inkml:brushProperty name="height" value="0.2" units="cm"/>
      <inkml:brushProperty name="color" value="#FFFFFF"/>
    </inkml:brush>
  </inkml:definitions>
  <inkml:trace contextRef="#ctx0" brushRef="#br0">23 0 24575,'-8'8'0,"-6"7"0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49:55.512"/>
    </inkml:context>
    <inkml:brush xml:id="br0">
      <inkml:brushProperty name="width" value="0.2" units="cm"/>
      <inkml:brushProperty name="height" value="0.2" units="cm"/>
      <inkml:brushProperty name="color" value="#FFFFFF"/>
    </inkml:brush>
  </inkml:definitions>
  <inkml:trace contextRef="#ctx0" brushRef="#br0">1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49:55.957"/>
    </inkml:context>
    <inkml:brush xml:id="br0">
      <inkml:brushProperty name="width" value="0.2" units="cm"/>
      <inkml:brushProperty name="height" value="0.2" units="cm"/>
      <inkml:brushProperty name="color" value="#FFFFFF"/>
    </inkml:brush>
  </inkml:definitions>
  <inkml:trace contextRef="#ctx0" brushRef="#br0">0 105 24575,'0'-4'0,"0"-5"0,4-6 0,2-7 0,2-4 0,2-2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49:58.576"/>
    </inkml:context>
    <inkml:brush xml:id="br0">
      <inkml:brushProperty name="width" value="0.2" units="cm"/>
      <inkml:brushProperty name="height" value="0.2" units="cm"/>
      <inkml:brushProperty name="color" value="#FFFFFF"/>
    </inkml:brush>
  </inkml:definitions>
  <inkml:trace contextRef="#ctx0" brushRef="#br0">1 309 24575,'-1'-4'0,"1"1"0,0-1 0,0 1 0,1-1 0,-1 0 0,1 1 0,0-1 0,0 1 0,0-1 0,0 1 0,0 0 0,1-1 0,0 1 0,0 0 0,0 0 0,0 0 0,0 0 0,0 1 0,1-1 0,-1 0 0,1 1 0,0 0 0,0 0 0,0 0 0,0 0 0,0 0 0,0 0 0,0 1 0,1-1 0,-1 1 0,0 0 0,6-1 0,132-28 0,-93 22 0,73-23 0,-68 13 0,2 3 0,0 2 0,1 2 0,0 2 0,62 0 0,-84 6 0,-1-1 0,0-1 0,-1-2 0,0-1 0,0-2 0,36-15 0,-64 23 0,0 0 0,0 1 0,0-1 0,0 1 0,0 0 0,1 0 0,-1 0 0,0 0 0,1 1 0,-1 0 0,5 0 0,-8 0 0,-1 0 0,1 0 0,-1 0 0,1 0 0,-1 0 0,0 0 0,1 0 0,-1 1 0,1-1 0,-1 0 0,0 0 0,1 0 0,-1 1 0,1-1 0,-1 0 0,0 0 0,1 1 0,-1-1 0,0 0 0,0 1 0,1-1 0,-1 0 0,0 1 0,0-1 0,1 0 0,-1 1 0,0-1 0,0 1 0,0-1 0,0 0 0,0 1 0,1 0 0,-9 14 0,-22 14 0,29-28 0,-67 54 0,-3-3 0,-2-4 0,-135 68 0,187-106-195,-1-1 0,1-1 0,-1-1 0,0-1 0,-1-1 0,-44 4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0:17.502"/>
    </inkml:context>
    <inkml:brush xml:id="br0">
      <inkml:brushProperty name="width" value="0.2" units="cm"/>
      <inkml:brushProperty name="height" value="0.2" units="cm"/>
      <inkml:brushProperty name="color" value="#FFFFFF"/>
    </inkml:brush>
  </inkml:definitions>
  <inkml:trace contextRef="#ctx0" brushRef="#br0">539 46 24575,'6'-3'0,"5"-3"0,0 0 0,0 1 0,1 1 0,0 0 0,19-4 0,-27 7 0,0 1 0,0 0 0,0 0 0,0 1 0,0-1 0,0 1 0,0 0 0,0-1 0,-1 2 0,1-1 0,0 0 0,0 1 0,-1 0 0,1 0 0,-1 0 0,1 0 0,-1 1 0,0-1 0,0 1 0,0 0 0,3 4 0,22 36 0,-24-34 0,1 0 0,0-1 0,1 1 0,0-2 0,7 9 0,-11-14 0,-1-1 0,1 0 0,-1 1 0,1-1 0,0 0 0,0 0 0,-1 0 0,1 0 0,0-1 0,0 1 0,0 0 0,0-1 0,0 1 0,0-1 0,0 0 0,0 0 0,0 0 0,0 0 0,0 0 0,0 0 0,0 0 0,0-1 0,0 1 0,0-1 0,0 1 0,0-1 0,0 0 0,4-2 0,-2 0 0,1-1 0,0 0 0,-1 0 0,0-1 0,0 1 0,0-1 0,-1 0 0,0 0 0,1 0 0,-2 0 0,1-1 0,-1 1 0,0-1 0,0 0 0,1-6 0,0 4 0,0-1 0,1 1 0,-1 0 0,1 0 0,7-9 0,-11 17 0,0-1 0,1 0 0,-1 1 0,0-1 0,1 1 0,-1-1 0,1 1 0,-1-1 0,0 1 0,1 0 0,-1-1 0,1 1 0,-1-1 0,1 1 0,-1 0 0,1-1 0,-1 1 0,1 0 0,0 0 0,-1-1 0,1 1 0,-1 0 0,1 0 0,0 0 0,-1 0 0,1 0 0,0 0 0,-1 0 0,1 0 0,-1 0 0,1 0 0,0 0 0,-1 0 0,1 1 0,0-1 0,0 1 0,0 1 0,0-1 0,0 0 0,0 1 0,0-1 0,0 1 0,0-1 0,-1 1 0,1-1 0,0 1 0,-1 0 0,1 2 0,5 53 0,-6-57 0,3 73 0,-8 79 0,4-148 0,1-1 0,-1 1 0,0-1 0,0 0 0,-1 1 0,1-1 0,-1 0 0,1 0 0,-1 1 0,0-1 0,0-1 0,-1 1 0,1 0 0,0 0 0,-5 2 0,-4 4 0,-1 0 0,-21 11 0,-16 12 0,35-18 0,-2-1 0,0 0 0,0-1 0,-1-1 0,-1-1 0,0-1 0,0 0 0,0-1 0,-1-1 0,-1-1 0,1 0 0,-1-2 0,0 0 0,0-1 0,-24 0 0,3-1 0,1 1 0,0 3 0,-68 18 0,96-22 0,1 0 0,-1 0 0,1-1 0,-1 0 0,1-1 0,-1 0 0,0-1 0,1 0 0,-1-1 0,1 0 0,-1-1 0,-14-6 0,19 6 0,0 0 0,-1-1 0,2-1 0,-1 1 0,0-1 0,1 0 0,0 0 0,0-1 0,0 0 0,1 0 0,0 0 0,0-1 0,1 1 0,0-1 0,0 0 0,0-1 0,1 1 0,-4-14 0,5 15 0,0 0 0,1 0 0,-1 0 0,1 0 0,1-1 0,-1 1 0,1 0 0,0 0 0,1-1 0,0 1 0,0 0 0,2-8 0,-2 10 0,1 0 0,0 1 0,0-1 0,0 0 0,0 0 0,1 1 0,0 0 0,-1-1 0,1 1 0,1 0 0,-1 0 0,0 1 0,1-1 0,-1 1 0,1-1 0,0 1 0,-1 0 0,7-1 0,9-3 0,0 1 0,1 1 0,0 1 0,0 0 0,0 2 0,0 0 0,0 1 0,24 4 0,-13-2 0,0-1 0,41-5 0,-42-1 0,-1-1 0,0-2 0,0-1 0,0-1 0,35-18 0,-50 22 0,0 1 0,1 1 0,-1 0 0,1 1 0,0 1 0,0 0 0,0 1 0,0 1 0,0 0 0,17 3 0,-29-3-114,0 0 1,0 1-1,0-1 0,0 1 0,0 0 1,0 0-1,0 0 0,-1 1 0,1-1 1,0 1-1,3 1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1:01.940"/>
    </inkml:context>
    <inkml:brush xml:id="br0">
      <inkml:brushProperty name="width" value="0.2" units="cm"/>
      <inkml:brushProperty name="height" value="0.2" units="cm"/>
      <inkml:brushProperty name="color" value="#FFFFFF"/>
    </inkml:brush>
  </inkml:definitions>
  <inkml:trace contextRef="#ctx0" brushRef="#br0">357 503 24287,'0'0'0,"1"1"0,-1 1 0,0 0 0,2 2 0,-1-1 0,1 2 0,0 0 0,1 0 0,1 1 0,0 0 0,0 0 0,2 1 0,0 0 0,1 0 0,0 0 0,2 0 0,-1 0 0,1-1 0,2 0 0,-1 1 0,1-2 0,1 0 0,-1 0 0,2-1 0,-1-1 0,1 0 0,1-2 0,-1 0 0,-1-1 0,1 0 0,0-2 0,0 0 0,-1-2 0,0 0 0,-1-1 0,0-2 0,-1 1 0,0-3 0,-1 0 0,-1 0 0,-1-2 0,-1-1 0,-1 0 0,-1-1 0,-2 0 0,0-1 0,0-1 0,-3 0 0,0 0 0,-2-2 0,0 1 0,-2-1 0,-1 1 0,-1 0 0,0-2 0,-2 1 0,0 1 0,-2-1 0,0 1 0,-1 0 0,0 0 0,-1 0 0,-1 1 0,0 0 0,0 1 0,-1 0 0,1 1 0,-1 0 0,1 0 0,-1 1 0,1 1 0,0 1 0,0 0 0,1 0 0,0 2 0,0-1 0,1 1 0,1 1 0,1 0 0,0 1 0,1 0 0,-1 1 0,3 0 0,0 1 0,0 0 0,1 0 0,2 0 0,-1 2 0,1-1 0,2 0 0,-1 2 0,1-1 0,0 0 0,1 1 0,0 0 0,1 0 0,0 0 0,0 1 0,0 0 0,-1 1 0,1 0 0,-1 0 0,1 1 0,-2-1 0,1 2 0,-1-1 0,-1 2 0,1-1 0,-2 1 0,0 1 0,-1-1 0,0 2 0,0 0 0,-2 1 0,0 0 0,0 1 0,-2 0 0,1 1 0,-1 1 0,-1 1 0,0 0 0,-1 1 0,1 0 0,-1 1 0,0 1 0,0 0 0,0 1 0,0 1 0,0 0 0,0 0 0,0 1 0,1 0 0,0 2 0,1-1 0,0 0 0,1 0 0,0 1 0,2 0 0,0-1 0,0 1 0,2-1 0,1 1 0,0-1 0,2-1 0,0 0 0,2 0 0,0-1 0,2-1 0,0 0 0,1-1 0,2-1 0,0 0 0,1-2 0,1-1 0,1 0 0,0-1 0,1-1 0,1-2 0,0-1 0,0 0 0,2-2 0,-1-1 0,1 0 0,-1-2 0,1 0 0,0-2 0,0 0 0,-1-2 0,1 0 0,-1-1 0,-1-1 0,1 0 0,-1-1 0,-1 0 0,0-1 0,0 0 0,-2 0 0,0-1 0,0 0 0,-1 0 0,-1 1 0,0-1 0,-2 1 0,1 0 0,-2 0 0,0 0 0,0 2 0,-1-1 0,-1 1 0,1 1 0,-2 0 0,1 1 0,-1 0 0,0 2 0,0 0 0,0 1 0,0 1 0,0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1:04.522"/>
    </inkml:context>
    <inkml:brush xml:id="br0">
      <inkml:brushProperty name="width" value="0.2" units="cm"/>
      <inkml:brushProperty name="height" value="0.2" units="cm"/>
      <inkml:brushProperty name="color" value="#FFFFFF"/>
    </inkml:brush>
  </inkml:definitions>
  <inkml:trace contextRef="#ctx0" brushRef="#br0">24 168 24575,'-2'3'0,"-5"14"0,18-20 0,6-5 0,106-48 0,35-14 0,-149 67 0,116-35 0,-111 35 0,1 0 0,-1 2 0,1-1 0,-1 2 0,1 0 0,24 3 0,-38-3 0,-1 0 0,0 0 0,0 0 0,0 0 0,1 0 0,-1 0 0,0 0 0,0 0 0,1 0 0,-1 0 0,0 0 0,0 0 0,0 0 0,1 0 0,-1 0 0,0 0 0,0 0 0,0 0 0,0 1 0,1-1 0,-1 0 0,0 0 0,0 0 0,0 0 0,0 0 0,1 1 0,-1-1 0,0 0 0,0 0 0,0 0 0,0 0 0,0 1 0,0-1 0,0 0 0,0 0 0,0 0 0,1 1 0,-1-1 0,0 0 0,0 0 0,0 0 0,0 1 0,-9 7 0,-21 9 0,25-14 0,-136 58 0,13-8 0,81-24 0,36-22 0,1 0 0,-2 0 0,1-1 0,-16 5 0,-133 48-1365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1:11.518"/>
    </inkml:context>
    <inkml:brush xml:id="br0">
      <inkml:brushProperty name="width" value="0.2" units="cm"/>
      <inkml:brushProperty name="height" value="0.2" units="cm"/>
      <inkml:brushProperty name="color" value="#FFFFFF"/>
    </inkml:brush>
  </inkml:definitions>
  <inkml:trace contextRef="#ctx0" brushRef="#br0">183 542 24575,'-2'0'0,"-1"-1"0,1 1 0,0-1 0,0 0 0,-1 0 0,1 0 0,0 0 0,0 0 0,0-1 0,0 1 0,0-1 0,0 1 0,-2-4 0,-21-23 0,22 25 0,0-1 0,0 0 0,1 1 0,-1-1 0,1 0 0,0 0 0,1 0 0,-1-1 0,0 1 0,1 0 0,0-1 0,0 1 0,1-1 0,-1-4 0,1 6 0,1 0 0,-1-1 0,1 1 0,-1 0 0,1 0 0,0 1 0,1-1 0,-1 0 0,0 0 0,1 0 0,0 1 0,-1-1 0,1 1 0,0-1 0,0 1 0,0 0 0,1 0 0,-1-1 0,1 2 0,-1-1 0,4-2 0,10-6 0,1 1 0,0 1 0,0 0 0,1 2 0,0-1 0,0 2 0,27-4 0,-31 7 0,0 0 0,0 1 0,-1 1 0,1 0 0,0 1 0,0 1 0,-1 0 0,1 1 0,-1 0 0,26 10 0,-34-11 0,1 1 0,-1 0 0,0 1 0,0-1 0,0 1 0,0 0 0,-1 0 0,1 0 0,-1 1 0,0 0 0,0 0 0,-1 0 0,0 0 0,0 0 0,0 1 0,0-1 0,-1 1 0,0 0 0,0-1 0,0 1 0,-1 0 0,0 0 0,0 1 0,-1-1 0,1 0 0,-1 0 0,-1 0 0,0 9 0,-1-4 0,0 1 0,0-1 0,-1 1 0,-1-1 0,0 0 0,0 0 0,-1-1 0,0 1 0,-1-1 0,-1 0 0,1-1 0,-1 1 0,-1-1 0,-9 9 0,8-11 0,0-1 0,0 1 0,-1-1 0,0-1 0,0 0 0,-1 0 0,1-1 0,-1 0 0,0-1 0,-12 2 0,-17 1 0,-62 3 0,50-6 0,26 0 0,-40 1 0,61-3 0,1-2 0,-1 1 0,1 0 0,-1-1 0,1 0 0,-1 0 0,1 0 0,0-1 0,-1 1 0,-7-5 0,11 5 0,0-1 0,0 1 0,0 0 0,0 0 0,0-1 0,0 1 0,0-1 0,1 1 0,-1 0 0,1-1 0,-1 1 0,1-1 0,-1 0 0,1 1 0,0-1 0,0 1 0,0-1 0,-1 1 0,2-1 0,-1 0 0,0 1 0,0-1 0,0 1 0,1-1 0,-1 1 0,1-1 0,-1 1 0,1-1 0,0 1 0,0-1 0,-1 1 0,3-2 0,1-5 0,1 1 0,-1 0 0,2 0 0,9-11 0,-8 11 70,1 0-1,0 1 1,1 0-1,0 0 1,0 1-1,0 0 1,0 0-1,1 1 1,10-3-1,11-1-1607,52-8 0,-62 13 193,1 0-1,-1-2 0,0 0 1,0-2-1,36-16 0,-44 17 1627,1-1-1,-1 1 0,1 1 0,0 1 0,0 0 0,16-2 0,-2 3 2429,0 1-1,34 1 1,-20 0-2512,58-9 0,20-1-223,-103 11 26,5 0 0,1 0 0,-1-2 0,0 0 0,0-2 0,35-10 0,-23 5 0,57-11 0,-16 6 0,-20 4-1858,1 2 1,94 0-1,-52 4 647,-6-6 4213,14-1 780,-64 8-3782,-1-2 0,45-11 0,-45 8 0,0 1 0,46-1 0,-81 8 0,0 0 0,0 1 0,0 0 0,-1 0 0,1 0 0,0 1 0,-1 0 0,1 0 0,-1 0 0,1 1 0,-1 0 0,0 0 0,0 0 0,4 4 0,7 7 0,-1 0 0,22 28 0,-3-4 0,-26-28 0,1-1 0,-2 1 0,1 1 0,-1 0 0,-1 0 0,9 19 0,-14-27 0,0 1 0,0-1 0,0 1 0,0-1 0,-1 1 0,1-1 0,-1 1 0,0-1 0,0 1 0,0-1 0,0 1 0,-2 5 0,1-7 0,0 0 0,0 1 0,0-1 0,0 0 0,-1 0 0,1 0 0,-1 0 0,1 0 0,-1 0 0,0-1 0,1 1 0,-1 0 0,0-1 0,0 0 0,0 1 0,-1-1 0,1 0 0,0 0 0,0 0 0,-4 1 0,1-1-77,0 0-1,0 0 0,0 0 1,-1-1-1,1 1 0,0-1 0,-1 0 1,1-1-1,0 0 0,-9-2 1,-56-19-3714,44 12 2391,-221-86 661,144 55 4635,18 9-1008,63 24-2888,-1 1 0,0 1 0,-1 1 0,-29-2 0,17 1 0,6 3 0,0 1 0,0 1 0,0 2 0,0 0 0,0 3 0,0 0 0,-56 16 0,0 4 0,-90 12 0,165-35 0,0 1 0,0 0 0,0 1 0,0 0 0,1 1 0,-1 0 0,-12 7 0,19-9 0,0 1 0,1-1 0,0 1 0,0 0 0,-1 0 0,2 0 0,-1 0 0,0 1 0,1-1 0,-1 1 0,1 0 0,0-1 0,0 1 0,1 0 0,-1 0 0,1 0 0,0 1 0,0-1 0,0 0 0,1 0 0,-1 0 0,1 5 0,0 1 0,0 0 0,1 0 0,0 0 0,0-1 0,1 1 0,0-1 0,1 1 0,7 17 0,-14-42 0,-12-19 0,-7 1 0,-52-57 0,54 70 0,-30-23 0,35 31 0,1-1 0,0 0 0,0-1 0,-23-31 0,31 36 0,-1 0 0,1 1 0,-1 0 0,-1 1 0,1 0 0,-2 0 0,1 1 0,0 0 0,-20-8 0,-5-5 0,30 17 0,0-1 0,0 0 0,1 1 0,-1-2 0,1 1 0,-1 0 0,1-1 0,0 1 0,0-1 0,1 0 0,-1 0 0,1 0 0,0 0 0,0-1 0,0 1 0,1-1 0,-1 1 0,1-1 0,0 1 0,1-1 0,-1 0 0,1 1 0,0-1 0,0 0 0,0 0 0,0 1 0,1-1 0,0 0 0,0 1 0,0-1 0,1 1 0,0-1 0,0 1 0,0 0 0,0 0 0,0 0 0,1 0 0,0 0 0,0 0 0,0 1 0,0-1 0,0 1 0,1 0 0,6-4 0,-3 2 0,2 1 0,-1 0 0,0 1 0,1 0 0,0 0 0,-1 1 0,1 0 0,0 0 0,0 1 0,0 0 0,17 1 0,-13 2 0,1 0 0,-1 0 0,1 2 0,-1-1 0,0 2 0,0 0 0,13 7 0,8 7 0,0 3 0,-1 0 0,-1 3 0,39 38 0,28 41 66,-49-50-1497,-5-7-5395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1:14.903"/>
    </inkml:context>
    <inkml:brush xml:id="br0">
      <inkml:brushProperty name="width" value="0.2" units="cm"/>
      <inkml:brushProperty name="height" value="0.2" units="cm"/>
      <inkml:brushProperty name="color" value="#FFFFFF"/>
    </inkml:brush>
  </inkml:definitions>
  <inkml:trace contextRef="#ctx0" brushRef="#br0">428 93 24455,'156'-93'0,"-740"220"0,1012-161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1:19.194"/>
    </inkml:context>
    <inkml:brush xml:id="br0">
      <inkml:brushProperty name="width" value="0.2" units="cm"/>
      <inkml:brushProperty name="height" value="0.2" units="cm"/>
      <inkml:brushProperty name="color" value="#FFFFFF"/>
    </inkml:brush>
  </inkml:definitions>
  <inkml:trace contextRef="#ctx0" brushRef="#br0">211 1 24575,'-4'4'0,"-2"5"0,-3 1 0,0 3 0,-3 0 0,-7 0 0,-4-1 0,-3-2 0,0 0 0,0-1 0,1 1 0,0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1:38.737"/>
    </inkml:context>
    <inkml:brush xml:id="br0">
      <inkml:brushProperty name="width" value="0.2" units="cm"/>
      <inkml:brushProperty name="height" value="0.2" units="cm"/>
      <inkml:brushProperty name="color" value="#FFFFFF"/>
    </inkml:brush>
  </inkml:definitions>
  <inkml:trace contextRef="#ctx0" brushRef="#br0">478 196 24575,'0'-1'0,"-1"0"0,1 0 0,0 0 0,-1 0 0,1 0 0,0 0 0,-1 0 0,1 0 0,-1 0 0,0 0 0,1 0 0,-1 0 0,0 0 0,0 1 0,1-1 0,-1 0 0,0 0 0,0 1 0,0-1 0,-1 0 0,-25-12 0,18 9 0,-44-25 0,36 19 0,-1 0 0,-1 2 0,-35-13 0,-153-33 0,200 52-195,0 0 0,-1-1 0,1 0 0,0 0 0,0-1 0,-9-7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1:42.770"/>
    </inkml:context>
    <inkml:brush xml:id="br0">
      <inkml:brushProperty name="width" value="0.2" units="cm"/>
      <inkml:brushProperty name="height" value="0.2" units="cm"/>
      <inkml:brushProperty name="color" value="#FFFFFF"/>
    </inkml:brush>
  </inkml:definitions>
  <inkml:trace contextRef="#ctx0" brushRef="#br0">1270 0 24575,'-6'1'0,"0"0"0,0 1 0,0-1 0,0 1 0,0 0 0,0 1 0,-8 4 0,-24 9 0,-123 22 0,-144 37 0,169-30 0,105-35 0,0-2 0,-1-1 0,1-1 0,-37 1 0,-128-4 0,147-4 0,25 0 0,-45-9 0,26 4 0,101 21 0,21 5 0,-51-16 0,-1-1 0,1-1 0,-1-2 0,45-5 0,-59 3 0,-1 0 0,0-1 0,0 0 0,0-1 0,0-1 0,-1 0 0,0-1 0,0 0 0,0 0 0,-1-1 0,1 0 0,11-13 0,-6 5-120,5-5-295,1 0 0,26-18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1:47.300"/>
    </inkml:context>
    <inkml:brush xml:id="br0">
      <inkml:brushProperty name="width" value="0.2" units="cm"/>
      <inkml:brushProperty name="height" value="0.2" units="cm"/>
      <inkml:brushProperty name="color" value="#FFFFFF"/>
    </inkml:brush>
  </inkml:definitions>
  <inkml:trace contextRef="#ctx0" brushRef="#br0">1480 1 24575,'0'5'0,"0"0"0,-1-1 0,1 1 0,-1 0 0,0 0 0,0 0 0,0-1 0,-1 1 0,0-1 0,0 1 0,-4 6 0,2-5 0,-1 1 0,-1-1 0,1-1 0,-1 1 0,0-1 0,-10 6 0,4-3 0,0 0 0,-1-1 0,0-1 0,0 0 0,-1-1 0,0 0 0,-21 3 0,-104 11 0,70-12 0,49-4 0,0 2 0,0 0 0,-34 15 0,37-13 0,0 0 0,-1-1 0,0-1 0,-33 4 0,7-3 0,-84 22 0,88-17 0,0-2 0,-73 7 0,-217-14 45,179-3-1455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4:57.940"/>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1:23.614"/>
    </inkml:context>
    <inkml:brush xml:id="br0">
      <inkml:brushProperty name="width" value="0.2" units="cm"/>
      <inkml:brushProperty name="height" value="0.2" units="cm"/>
      <inkml:brushProperty name="color" value="#FFFFFF"/>
    </inkml:brush>
  </inkml:definitions>
  <inkml:trace contextRef="#ctx0" brushRef="#br0">737 85 24575,'-2'1'0,"1"1"0,-1-1 0,1 1 0,-1-1 0,1 1 0,-1 0 0,1 0 0,0 0 0,0 0 0,0 0 0,0 0 0,0 0 0,1 0 0,-1 0 0,0 0 0,0 3 0,-1 3 0,-17 48 0,2 1 0,-10 69 0,26-120 0,0-1 0,1 1 0,0-1 0,0 1 0,1 8 0,-1-13 0,0 0 0,0 0 0,0-1 0,0 1 0,0 0 0,0 0 0,1-1 0,-1 1 0,0 0 0,0-1 0,1 1 0,-1 0 0,0-1 0,1 1 0,-1 0 0,1-1 0,-1 1 0,1-1 0,-1 1 0,1-1 0,-1 1 0,1-1 0,0 1 0,-1-1 0,1 1 0,0-1 0,-1 0 0,1 1 0,0-1 0,-1 0 0,1 0 0,0 0 0,-1 0 0,1 1 0,0-1 0,0 0 0,-1 0 0,1 0 0,0 0 0,0 0 0,-1-1 0,1 1 0,0 0 0,0 0 0,-1 0 0,1-1 0,0 1 0,-1 0 0,1-1 0,0 1 0,-1-1 0,1 1 0,-1-1 0,2 0 0,8-6 0,1-2 0,-1 1 0,0-1 0,-1-1 0,0 0 0,13-19 0,40-72 0,-53 87 0,-1-1 0,-1 1 0,0-2 0,-1 1 0,5-21 0,-11 35 0,0-1 0,1 1 0,-1 0 0,0-1 0,0 1 0,0-1 0,0 1 0,-1 0 0,1-1 0,0 1 0,-1 0 0,1 0 0,0-1 0,-1 1 0,0 0 0,1 0 0,-1-1 0,0 1 0,1 0 0,-1 0 0,0 0 0,-1-1 0,-1 0 0,1 0 0,-1 1 0,1-1 0,-1 1 0,0-1 0,0 1 0,0 0 0,1 0 0,-7-1 0,-7 0 0,1 1 0,-1 0 0,-19 2 0,22-1 0,-8 2 0,0 1 0,0 1 0,0 0 0,1 2 0,-1 1 0,1 0 0,-20 11 0,11-6 0,0 0 0,-37 8 0,-41 10 0,80-20 0,0-2 0,0-1 0,-1-1 0,0-1 0,-51 1 0,74-6 0,-1 0 0,0-1 0,1 0 0,-1 0 0,1-1 0,0 1 0,-1-1 0,1 0 0,0-1 0,0 1 0,0-1 0,1 0 0,-1 0 0,1-1 0,-1 1 0,1-1 0,0 0 0,-6-8 0,10 11 0,-1 0 0,1 0 0,0 0 0,-1 0 0,1 0 0,0 0 0,0 0 0,0 0 0,0 0 0,0-1 0,0 1 0,0 0 0,0 0 0,0 0 0,0 0 0,1 0 0,-1 0 0,0 0 0,1 0 0,-1 0 0,1 0 0,-1 0 0,1 0 0,0 0 0,-1 1 0,1-1 0,0 0 0,-1 0 0,1 1 0,0-1 0,0 0 0,0 1 0,0-1 0,0 1 0,0-1 0,0 1 0,0-1 0,1 0 0,47-15 0,-44 14 0,49-9 0,-40 8 0,0 1 0,1-2 0,-2 0 0,1 0 0,0-1 0,-1-1 0,0 0 0,19-13 0,2-4-441,55-28-1,-80 46-40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1:25.350"/>
    </inkml:context>
    <inkml:brush xml:id="br0">
      <inkml:brushProperty name="width" value="0.2" units="cm"/>
      <inkml:brushProperty name="height" value="0.2" units="cm"/>
      <inkml:brushProperty name="color" value="#FFFFFF"/>
    </inkml:brush>
  </inkml:definitions>
  <inkml:trace contextRef="#ctx0" brushRef="#br0">1 48 24575,'4'-4'0,"9"-1"0,6 0 0,5 1 0,1 1 0,1-3 0,-1 0 0,1 0 0,-2 2 0,1 2 0,-2 0 0,1 1 0,-1 1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1:26.710"/>
    </inkml:context>
    <inkml:brush xml:id="br0">
      <inkml:brushProperty name="width" value="0.2" units="cm"/>
      <inkml:brushProperty name="height" value="0.2" units="cm"/>
      <inkml:brushProperty name="color" value="#FFFFFF"/>
    </inkml:brush>
  </inkml:definitions>
  <inkml:trace contextRef="#ctx0" brushRef="#br0">181 1 24575,'-4'0'0,"-5"0"0,-6 0 0,-3 0 0,-3 0 0,-2 4 0,-5 1 0,-1 0 0,-5-1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5:08.731"/>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5:13.522"/>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2:22.262"/>
    </inkml:context>
    <inkml:brush xml:id="br0">
      <inkml:brushProperty name="width" value="0.2" units="cm"/>
      <inkml:brushProperty name="height" value="0.2" units="cm"/>
      <inkml:brushProperty name="color" value="#FFFFFF"/>
    </inkml:brush>
  </inkml:definitions>
  <inkml:trace contextRef="#ctx0" brushRef="#br0">2435 418 24575,'-2'-4'0,"-1"1"0,1 0 0,-1-1 0,0 1 0,0 0 0,0 1 0,0-1 0,0 0 0,-1 1 0,1 0 0,-1 0 0,1 0 0,-1 0 0,0 1 0,0-1 0,0 1 0,0 0 0,0 0 0,-7-1 0,-10 0 0,0 0 0,-35 3 0,33-1 0,-1 1 0,9-2 0,1 1 0,-1 0 0,0 1 0,1 1 0,-1 0 0,1 1 0,-1 1 0,-13 5 0,26-8 0,0 0 0,0 0 0,0 0 0,0 0 0,0 0 0,0 0 0,0 1 0,1-1 0,-1 1 0,0-1 0,1 1 0,-1 0 0,1-1 0,0 1 0,-1 0 0,1 0 0,0 0 0,0 0 0,0 0 0,0 0 0,1 0 0,-1 1 0,1-1 0,-1 0 0,1 0 0,0 1 0,0-1 0,0 0 0,0 0 0,0 1 0,0-1 0,0 0 0,1 0 0,-1 1 0,2 1 0,0 1 0,1 0 0,-1 0 0,1 0 0,0-1 0,0 1 0,1-1 0,-1 0 0,1 0 0,0 0 0,0 0 0,0-1 0,1 0 0,6 5 0,13 2 0,-1 0 0,2-1 0,-1-1 0,1-1 0,0-2 0,1 0 0,-1-2 0,47 0 0,-57-4 0,-1-1 0,1-1 0,-1 0 0,0-1 0,0-1 0,26-12 0,-25 10 0,0 1 0,1 0 0,0 1 0,0 1 0,16-3 0,-19 6 0,-1-1 0,0 0 0,1-1 0,-1 0 0,0-1 0,-1-1 0,1 0 0,-1 0 0,0-1 0,0-1 0,-1 0 0,14-11 0,-17 12 0,-1-1 0,0 1 0,0-1 0,-1-1 0,0 1 0,0-1 0,-1 0 0,1 0 0,-2 0 0,1 0 0,-1-1 0,-1 1 0,1-1 0,-2 0 0,1 0 0,-1 0 0,0-16 0,-1 23 0,0-1 0,0 1 0,0 0 0,0 0 0,0 0 0,-1 0 0,1 0 0,-1 0 0,1 0 0,-1 0 0,0 0 0,0 0 0,0 0 0,0 1 0,0-1 0,0 0 0,0 1 0,-1-1 0,1 0 0,0 1 0,-4-3 0,2 3 0,1 0 0,-1 0 0,1 0 0,-1 0 0,0 0 0,0 1 0,0-1 0,1 1 0,-1 0 0,0 0 0,0 0 0,0 0 0,0 0 0,-2 1 0,-7 2 0,0 0 0,0 0 0,1 2 0,0-1 0,0 1 0,-14 9 0,-16 12 0,22-12 0,0-2 0,-1 0 0,0-2 0,-1 0 0,0-1 0,-38 10 0,-6-7 0,-121 7 0,-68-15 0,195-4 0,16-3 0,0-1 0,0-3 0,1-1 0,-79-26 0,84 19 0,0-2 0,1-2 0,-57-39 0,52 31 0,0 3 0,-46-21 0,74 40-484,0 1-1,0 0 1,0 0-1,-1 2 0,0 0 1,-25-1-1,30 3 224,1 0 0,-1 1 0,1 0 1,0 0-1,-1 1 0,1 0 0,0 0 0,0 1 0,1 0 0,-1 1 0,0-1 0,-9 8 0,1 0 746,1 0-1,-2-1 1,1-1 0,-1-1-1,-1 0 1,1-1-1,-1-1 1,-1-1-1,1 0 1,-1-1 0,1-1-1,-1-1 1,-30-1-1,23 0-484,0-2 0,-28-5 0,43 4 0,1 0 0,0-1 0,0 0 0,1-1 0,-1 0 0,1 0 0,-1-1 0,-10-8 0,10 5 0,0 2 0,-1-1 0,1 2 0,-1-1 0,-19-6 0,27 11 0,0 0 0,-1 0 0,1 1 0,0-1 0,-1 1 0,1 0 0,-1 0 0,1 0 0,-1 0 0,1 1 0,-1-1 0,1 1 0,0 0 0,-1 0 0,1 0 0,0 1 0,0-1 0,0 1 0,0-1 0,0 1 0,0 0 0,0 0 0,0 0 0,-2 4 0,-16 18 0,-31 46 0,45-59-141,1 1-1,0-1 0,1 1 1,0 0-1,0 0 1,2 1-1,-1-1 0,-2 23 1,3 5-955,1 59 1,0 4 322,1-90 1496,-1-1 0,0 1-1,-6 18 1,8-31-705,0 0 0,0 0 0,0 0 0,0 0 1,0 0-1,0 0 0,0 0 0,0 0 0,0 0 0,0 1 0,0-1 0,0 0 0,0 0 0,0 0 0,-1 2 344,1-2-344,0 0 0,0 0 0,0 0 1,0 0-1,0 0 0,0 0 0,0 0 0,0 0 0,-1 0 0,1 0 0,0 0 0,0 0 0,0 0 0,0 0 0,0 0 1,0 0-1,0 0 0,0 0 0,-2-1 253,2 1-253,-3-11 181,0-16-317,2 2 118,0 11 0,1-1 0,0 0 0,3-18 0,-3 30 0,1-1 0,0 0 0,0 0 0,0 1 0,0-1 0,1 1 0,0-1 0,-1 1 0,1 0 0,0-1 0,1 1 0,-1 0 0,1 0 0,-1 1 0,1-1 0,0 0 0,4-2 0,3-1 0,0 1 0,0 0 0,1 0 0,-1 1 0,1 1 0,0 0 0,0 0 0,0 1 0,15-1 0,14 2 0,53 3 0,23 0 0,-108-3 0,1-1 0,0-1 0,0 1 0,-1-2 0,0 1 0,0-1 0,0 0 0,0 0 0,0-1 0,-1 0 0,0-1 0,0 0 0,0 0 0,-1 0 0,0-1 0,0 0 0,0 0 0,-1 0 0,0-1 0,-1 0 0,0 0 0,0 0 0,0 0 0,-1-1 0,3-15 0,-5 23 0,-1-1 0,0 0 0,0 0 0,0 1 0,0-1 0,0 0 0,0 0 0,-1 1 0,1-1 0,-1 0 0,1 1 0,-1-1 0,1 0 0,-1 1 0,0-1 0,0 1 0,0-1 0,0 1 0,0-1 0,0 1 0,0 0 0,0-1 0,-1 1 0,1 0 0,-1 0 0,1 0 0,0 0 0,-1 0 0,0 0 0,1 0 0,-1 1 0,1-1 0,-3 0 0,-7-2 0,0 0 0,1 1 0,-1 1 0,-15-1 0,4 0 0,-141-27 0,30 5 0,18 4 0,43 7 0,-80-5 0,134 21 0,36 7 0,295 77 0,-192-56 0,-35-11 0,1-5 0,162 10 0,180-25 0,-205-4 0,-199 4-177,193 4 665,-174 0-1684,0 1 0,84 23 1,66 31-2587,95 36 4602,-283-93-515,-2-1 215,0 0-1,0 0 1,0 1-1,0 0 1,-1-1-1,1 1 1,-1 1-1,1-1 1,5 5-1,-9-7-503,0 0 0,0 1-1,0-1 1,0 0 0,0 0 0,0 1 0,0-1 0,0 0 0,0 0-1,0 1 1,0-1 0,0 0 0,0 0 0,0 1 0,0-1-1,0 0 1,0 0 0,0 1 0,0-1 0,0 0 0,0 1-1,0-1 1,0 0 0,0 0 0,-1 0 0,1 1 0,0-1-1,0 0 1,0 0 0,0 0 0,-1 1 0,1-1 0,0 0 0,0 0-1,0 0 1,-1 0 0,1 1 0,0-1 0,0 0 0,-1 0-1,1 0 1,0 0 0,0 0 0,-1 0 0,1 0 0,0 0-1,0 0 1,-1 0 0,-16 4-54,-321 20 38,330-23 0,1-1 0,-1-1 0,1 1 0,-1-1 0,1 0 0,0-1 0,-1 0 0,1 0 0,0-1 0,-13-6 0,15 6 0,1 0 0,-1-1 0,0 0 0,1 0 0,0 0 0,0 0 0,0-1 0,1 1 0,-1-1 0,1 0 0,0 0 0,1-1 0,-1 1 0,-2-8 0,-4-11 0,2-1 0,0 0 0,2-1 0,0 1 0,2-1 0,1 0 0,1 0 0,2-29 0,0 49 124,0 0 1,1-1-1,-1 1 0,1 0 0,5-11 0,1 2-1347,1-1 0,14-17 0,-15 24 672,-1-1 0,-1 0-1,0 0 1,0-1-1,-1 0 1,7-19-1,-12 29 566,1 0-1,-1-1 1,1 1 0,-1-1-1,0 0 1,0 1-1,0-1 1,0 1 0,0-1-1,0 1 1,0-1-1,0 1 1,-1-1-1,1 1 1,-1-1 0,1 1-1,-1-1 1,1 1-1,-1 0 1,0-1 0,0 1-1,1 0 1,-1-1-1,0 1 1,0 0-1,0 0 1,-1 0 0,1 0-1,0 0 1,0 0-1,-1 0 1,1 0 0,0 1-1,-1-1 1,1 0-1,0 1 1,-1-1 0,1 1-1,-1 0 1,1-1-1,-1 1 1,0 0-1,1 0 1,-3 0 0,-7 0 891,0 0 1,1 0 0,-1 1 0,0 1-1,-11 2 1,-158 49-160,77-21-754,70-21 8,0 3 0,-37 19 0,31-13 0,17-9 185,0 1 0,1 1-1,-19 17 1,19-13-1021,2 0 0,0 2 0,1 0 1,1 2-1,1 0 0,1 0 0,1 1 0,-21 43 0,34-62 833,0-1 0,0 0 0,0 0 0,1 0 0,-1 0 0,0 1 0,1-1-1,0 0 1,0 0 0,-1 1 0,1-1 0,0 0 0,1 1 0,-1 2 0,1-4 114,-1 0-1,1 0 1,0 0 0,-1 0 0,1 0-1,0 0 1,-1-1 0,1 1 0,0 0-1,0 0 1,0-1 0,0 1 0,0 0 0,0-1-1,0 1 1,0-1 0,0 0 0,0 1-1,0-1 1,0 0 0,0 1 0,0-1 0,0 0-1,0 0 1,0 0 0,1 0 0,-1 0-1,0 0 1,2-1 0,22-2 659,1-1 0,-1-1 1,0-1-1,27-11 0,-33 10-813,0 0 0,1 1 0,0 2 0,0 0 0,0 1 0,0 1 0,38 0 0,-57 2 43,0 0 0,0 0 0,0 0 0,0 0 0,0 1 0,0-1 0,0 0 0,0 0 0,0 1 0,0-1 0,0 1 0,-1-1 0,1 0 0,0 1 0,0 0 0,0-1 0,1 2 0,-2-2 0,0 1 0,0-1 0,0 1 0,0-1 0,0 0 0,0 1 0,0-1 0,0 1 0,0-1 0,0 1 0,0-1 0,0 0 0,0 1 0,-1-1 0,1 1 0,0-1 0,0 0 0,0 1 0,-1-1 0,1 0 0,0 1 0,0-1 0,-1 0 0,1 1 0,0-1 0,-1 1 0,-2 1 0,0 1 0,0-1 0,-1 0 0,1 0 0,0 0 0,-1 0 0,-4 1 0,-17 3 0,0-2 0,0 0 0,-1-2 0,0 0 0,1-2 0,-33-4 0,-15 2 0,-65 4 0,-129-5 0,222-3 0,1-2 0,-77-24 0,84 20 0,1 2 0,-1 1 0,-1 2 0,-66-3 0,73 10 0,3 0 0,-1 0 0,-30 6 0,50-4 0,-1 0 0,0 0 0,1 1 0,0 1 0,0-1 0,0 2 0,0-1 0,1 1 0,-16 11 0,12-6 0,-1 1 0,1 0 0,1 0 0,0 1 0,1 1 0,-16 24 0,24-33 0,0-1 0,0 1 0,1 0 0,-1 0 0,1-1 0,0 1 0,0 0 0,0 0 0,0 0 0,1 0 0,-1 1 0,1-1 0,0 0 0,0 0 0,1 0 0,-1 0 0,1 0 0,0 0 0,0 0 0,0 0 0,1 0 0,-1 0 0,1-1 0,0 1 0,0-1 0,0 1 0,1-1 0,-1 0 0,1 0 0,0 0 0,5 5 0,-1-2 0,1-1 0,0 0 0,-1 0 0,2 0 0,-1-1 0,1 0 0,-1-1 0,1 0 0,0 0 0,0-1 0,0 0 0,13 0 0,13 1 0,71-6 0,-37 0 0,-66 3 58,105-1-459,144 8-6760,-163 1 7881,70 3 5579,-91-11-6739,101-11 0,-130 6-6386</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2:25.977"/>
    </inkml:context>
    <inkml:brush xml:id="br0">
      <inkml:brushProperty name="width" value="0.2" units="cm"/>
      <inkml:brushProperty name="height" value="0.2" units="cm"/>
      <inkml:brushProperty name="color" value="#FFFFFF"/>
    </inkml:brush>
  </inkml:definitions>
  <inkml:trace contextRef="#ctx0" brushRef="#br0">313 394 24575,'0'4'0,"-1"0"0,0-1 0,0 1 0,0-1 0,0 0 0,0 1 0,-1-1 0,0 0 0,1 0 0,-1 1 0,0-2 0,-1 1 0,1 0 0,-1 0 0,1-1 0,-6 5 0,-5 3 0,1 0 0,-20 10 0,2-2 0,-52 39 0,73-49 0,0 1 0,0-1 0,1 2 0,0-1 0,1 1 0,0 0 0,1 1 0,-11 21 0,6-11 0,8-16 0,1 0 0,-1 0 0,1 0 0,0 0 0,0 0 0,0 0 0,1 1 0,-2 7 0,3-12 0,1 0 0,-1 0 0,0 0 0,1 0 0,-1 0 0,1 0 0,-1 0 0,1 0 0,0 0 0,-1 0 0,1 0 0,0-1 0,0 1 0,0 0 0,-1-1 0,1 1 0,0 0 0,0-1 0,0 1 0,0-1 0,0 1 0,0-1 0,0 0 0,0 1 0,0-1 0,0 0 0,0 0 0,0 0 0,0 0 0,0 0 0,3 0 0,34-1 0,0-5 0,65-20 0,-86 20 0,-1 0 0,0-1 0,0-1 0,-1 0 0,0-1 0,17-14 0,-18 14 0,0 1 0,0 0 0,0 1 0,1 1 0,0 0 0,1 1 0,-1 0 0,31-4 0,-18 3 0,39-13 0,-42 10 0,-8 3 0,0 0 0,0-1 0,-1-1 0,0-1 0,17-12 0,-31 20 0,-1 1 0,0-2 0,0 1 0,1 0 0,-1 0 0,0 0 0,0 0 0,0-1 0,0 1 0,-1 0 0,1-1 0,0 1 0,0-1 0,-1 1 0,1-1 0,-1 1 0,0-1 0,1 0 0,-1 1 0,0-1 0,0 1 0,0-3 0,0 2 0,-1-1 0,0 1 0,0 0 0,0-1 0,0 1 0,0 0 0,0 0 0,0 0 0,-1 0 0,1 0 0,-1 0 0,0 0 0,-2-2 0,-7-5 0,-1-1 0,-1 2 0,-25-14 0,25 15 0,-42-21 0,-1 3 0,-67-20 0,94 35 0,27 9 0,-1 0 0,1 1 0,0-1 0,0 0 0,-1 0 0,1 0 0,0 0 0,0 0 0,0-1 0,0 1 0,0-1 0,0 1 0,0-1 0,1 0 0,-1 1 0,0-1 0,1 0 0,0 0 0,-1 0 0,1 0 0,0-1 0,0 1 0,0 0 0,0 0 0,1-1 0,-1 1 0,1-1 0,-1 1 0,1 0 0,0-1 0,0 1 0,0-1 0,0 1 0,0-1 0,0 1 0,1 0 0,-1-1 0,1 1 0,1-3 0,1-1 0,0-1 0,0 1 0,1-1 0,0 1 0,0 0 0,0 1 0,1-1 0,0 1 0,0 0 0,0 0 0,12-8 0,7 0 0,0 0 0,1 2 0,1 0 0,0 2 0,0 1 0,1 1 0,31-4 0,-54 10 0,55-11 0,73-17 0,-123 25-58,-16 2 203,-16 3-1597</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2:28.605"/>
    </inkml:context>
    <inkml:brush xml:id="br0">
      <inkml:brushProperty name="width" value="0.2" units="cm"/>
      <inkml:brushProperty name="height" value="0.2" units="cm"/>
      <inkml:brushProperty name="color" value="#FFFFFF"/>
    </inkml:brush>
  </inkml:definitions>
  <inkml:trace contextRef="#ctx0" brushRef="#br0">1442 243 24575,'0'-2'0,"-1"0"0,0 0 0,1 0 0,-1 0 0,0 0 0,0 0 0,0 0 0,0 0 0,-1 0 0,1 0 0,0 1 0,-1-1 0,1 0 0,-1 1 0,0-1 0,0 1 0,1 0 0,-1 0 0,0-1 0,0 1 0,-3-1 0,-44-18 0,14 11 0,0 0 0,-1 2 0,0 2 0,0 2 0,-56 0 0,-43 16 0,89-7 0,-53 1 0,50-7 0,0-2 0,-96-16 0,-223-76 0,232 56 0,72 16-1365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2:31.061"/>
    </inkml:context>
    <inkml:brush xml:id="br0">
      <inkml:brushProperty name="width" value="0.2" units="cm"/>
      <inkml:brushProperty name="height" value="0.2" units="cm"/>
      <inkml:brushProperty name="color" value="#FFFFFF"/>
    </inkml:brush>
  </inkml:definitions>
  <inkml:trace contextRef="#ctx0" brushRef="#br0">589 719 24575,'-11'-1'0,"0"0"0,0-1 0,1 0 0,-1-1 0,1 0 0,-15-7 0,12 4 0,1 2 0,-1 0 0,-23-4 0,-70-6 0,-117 2 0,219 12 0,0 0 0,0 0 0,1 0 0,-1-1 0,0 1 0,0-1 0,0 0 0,1 0 0,-1 0 0,0-1 0,1 1 0,-1-1 0,1 0 0,0 0 0,-1 0 0,-4-5 0,5 4 0,1-1 0,-1 0 0,0 0 0,1 1 0,0-2 0,0 1 0,0 0 0,1 0 0,-1-1 0,1 1 0,0 0 0,0-1 0,1 1 0,-1-6 0,-1-14 0,0-2 0,2 1 0,1 0 0,6-39 0,-5 54 0,0 0 0,1 1 0,0-1 0,1 1 0,0 0 0,0-1 0,1 2 0,0-1 0,1 1 0,0-1 0,0 1 0,0 1 0,1 0 0,10-9 0,255-173 0,-142 123-1365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2:38.111"/>
    </inkml:context>
    <inkml:brush xml:id="br0">
      <inkml:brushProperty name="width" value="0.2" units="cm"/>
      <inkml:brushProperty name="height" value="0.2" units="cm"/>
      <inkml:brushProperty name="color" value="#FFFFFF"/>
    </inkml:brush>
  </inkml:definitions>
  <inkml:trace contextRef="#ctx0" brushRef="#br0">449 171 24575,'0'-1'0,"1"-13"0,-2 1 0,1 0 0,-1-1 0,-1 1 0,-6-23 0,7 32 0,-1 0 0,0 1 0,0-1 0,0 1 0,0-1 0,0 1 0,-1 0 0,0 0 0,1 0 0,-1 0 0,0 1 0,0-1 0,-1 1 0,1-1 0,0 1 0,-1 0 0,1 1 0,-1-1 0,0 1 0,0-1 0,1 1 0,-1 0 0,-7-1 0,-21-1 0,0 1 0,0 2 0,0 1 0,-33 5 0,61-5 0,1-1 0,-1 1 0,1 0 0,-1 0 0,1 0 0,0 1 0,-1-1 0,1 1 0,0 0 0,0 0 0,0 0 0,0 0 0,1 0 0,-1 1 0,-2 2 0,-3 5 0,0 0 0,-12 22 0,3-4 0,8-13 0,0-1 0,1 1 0,0 1 0,-9 28 0,14-35 0,1 1 0,0-1 0,0 1 0,1 0 0,0 0 0,1-1 0,0 1 0,1 0 0,3 18 0,-4-26 0,1 0 0,-1 0 0,1 0 0,-1 0 0,1 0 0,0 0 0,0 0 0,-1-1 0,1 1 0,1 0 0,-1-1 0,0 1 0,0-1 0,1 1 0,-1-1 0,0 1 0,1-1 0,0 0 0,-1 0 0,1 0 0,0 0 0,-1 0 0,1 0 0,0 0 0,0 0 0,0-1 0,0 1 0,0-1 0,0 1 0,0-1 0,0 0 0,3 0 0,-2 0 0,-1-1 0,1 1 0,0-1 0,0 0 0,0 0 0,-1 0 0,1 0 0,0 0 0,-1-1 0,1 1 0,-1-1 0,1 0 0,-1 1 0,0-1 0,0 0 0,0 0 0,0-1 0,0 1 0,0 0 0,-1-1 0,3-4 0,22-58 0,-21 48 0,1 1 0,1-1 0,1 2 0,9-16 0,-14 26 0,0 1 0,0 0 0,1 0 0,0 0 0,-1 1 0,1-1 0,1 1 0,-1 0 0,0 0 0,1 0 0,-1 1 0,1-1 0,0 1 0,0 0 0,0 1 0,0-1 0,9-1 0,-7 2 0,-1 0 0,1 0 0,-1 1 0,1-1 0,-1 1 0,1 1 0,-1-1 0,1 1 0,-1 0 0,0 1 0,1-1 0,-1 1 0,0 1 0,0-1 0,0 1 0,0 0 0,-1 0 0,1 1 0,-1 0 0,0 0 0,0 0 0,0 0 0,0 1 0,-1 0 0,0 0 0,0 0 0,0 0 0,-1 1 0,1-1 0,-1 1 0,-1 0 0,1 0 0,-1 0 0,3 12 0,31 161 0,-28-130 0,-4-31 0,-2 1 0,0-1 0,-1 1 0,-2 27 0,1-41 0,-1 0 0,0 1 0,0-1 0,0 0 0,0 0 0,-1 0 0,0 0 0,0-1 0,-1 1 0,1 0 0,-1-1 0,0 0 0,0 1 0,0-1 0,-1 0 0,1-1 0,-1 1 0,0-1 0,0 1 0,-6 2 0,4-2 0,1-1 0,0-1 0,-1 1 0,0-1 0,1 0 0,-1-1 0,0 1 0,0-1 0,0 0 0,0 0 0,0-1 0,0 0 0,0 0 0,0 0 0,0-1 0,-9-2 0,11 2 0,0-1 0,0 0 0,0 0 0,0 0 0,1 0 0,-1-1 0,1 1 0,-1-1 0,1 0 0,0 0 0,0 0 0,0 0 0,1-1 0,-1 1 0,1-1 0,0 0 0,0 1 0,0-1 0,0 0 0,1 0 0,0 0 0,-1-1 0,0-7 0,1 8 0,1 0 0,-1-1 0,1 1 0,0 0 0,0 0 0,0 0 0,1-1 0,0 1 0,0 0 0,0 0 0,0 0 0,0 0 0,1 0 0,-1 0 0,1 1 0,0-1 0,1 0 0,-1 1 0,1 0 0,-1-1 0,1 1 0,0 0 0,0 0 0,0 0 0,6-3 0,7-4 0,0 0 0,1 2 0,0 0 0,27-9 0,-16 6 0,-13 5-273,1 1 0,-1 0 0,1 1 0,23-2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2:50.961"/>
    </inkml:context>
    <inkml:brush xml:id="br0">
      <inkml:brushProperty name="width" value="0.35" units="cm"/>
      <inkml:brushProperty name="height" value="0.35" units="cm"/>
      <inkml:brushProperty name="color" value="#FFFFFF"/>
    </inkml:brush>
  </inkml:definitions>
  <inkml:trace contextRef="#ctx0" brushRef="#br0">2330 186 23834,'-2330'-186'0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2:53.339"/>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2:57.887"/>
    </inkml:context>
    <inkml:brush xml:id="br0">
      <inkml:brushProperty name="width" value="0.35" units="cm"/>
      <inkml:brushProperty name="height" value="0.35" units="cm"/>
      <inkml:brushProperty name="color" value="#FFFFFF"/>
    </inkml:brush>
  </inkml:definitions>
  <inkml:trace contextRef="#ctx0" brushRef="#br0">1559 447 24575,'-14'-6'0,"-1"1"0,0 1 0,0 1 0,0 0 0,0 0 0,-27 0 0,-23-4 0,-23-3 0,1 4 0,-123 7 0,78 1 0,23 0 0,-117-4 0,183-4 0,1-1 0,-41-14 0,-12-2 0,54 16 0,18 4 0,-1-2 0,0 0 0,-32-13 0,51 16 0,0 0 0,1 0 0,-1 0 0,0-1 0,1 0 0,0 0 0,-1 0 0,1 0 0,1-1 0,-1 1 0,0-1 0,1 0 0,0 0 0,0-1 0,0 1 0,0-1 0,1 1 0,0-1 0,-1 0 0,2 0 0,-3-6 0,4 7 0,0 1 0,-1 0 0,1-1 0,0 1 0,1 0 0,-1-1 0,1 1 0,-1 0 0,1 0 0,0-1 0,0 1 0,0 0 0,1 0 0,-1 0 0,1 0 0,0 0 0,0 1 0,0-1 0,0 0 0,0 1 0,0 0 0,1-1 0,-1 1 0,1 0 0,0 0 0,3-2 0,9-5 0,1 0 0,0 1 0,30-10 0,-23 10 0,23-8 0,84-17 0,-55 16 0,-40 10 0,0 1 0,0 2 0,36 0 0,108 8 0,-124-1 0,958 18-2949,-788-9-442,-86-2 3930,-136-10-390,0 0 0,0 0-1,0 1 1,0-1 0,0 1 0,0 0-1,0 0 1,0 0 0,0 0 0,0 0-1,0 0 1,-1 1 0,1 0 0,-1-1-1,4 4 1,-3-2 103,0 1 0,0 0 0,-1 0 0,0 0 0,1 0-1,-1 1 1,-1-1 0,1 0 0,1 8 0,2 4 42,3 11-445,0 1-1,-2 0 1,-1 0-1,2 37 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3:01.243"/>
    </inkml:context>
    <inkml:brush xml:id="br0">
      <inkml:brushProperty name="width" value="0.35" units="cm"/>
      <inkml:brushProperty name="height" value="0.35" units="cm"/>
      <inkml:brushProperty name="color" value="#FFFFFF"/>
    </inkml:brush>
  </inkml:definitions>
  <inkml:trace contextRef="#ctx0" brushRef="#br0">660 1 24575,'-1'5'0,"1"0"0,-1 0 0,-1 0 0,1 0 0,-4 8 0,-3 16 0,6-7 0,0 41 0,3-45 0,-1-1 0,-1 1 0,-6 32 0,6-46 0,-1 1 0,0-1 0,-1 0 0,1 1 0,0-1 0,-1 0 0,0-1 0,0 1 0,0 0 0,-1-1 0,1 0 0,-1 0 0,0 0 0,0 0 0,0 0 0,0-1 0,0 0 0,-1 0 0,1 0 0,-1 0 0,1-1 0,-6 2 0,-14 2 0,0 0 0,0-1 0,-25 1 0,44-5 0,-285 4 160,159-6-1685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3:09.445"/>
    </inkml:context>
    <inkml:brush xml:id="br0">
      <inkml:brushProperty name="width" value="0.35" units="cm"/>
      <inkml:brushProperty name="height" value="0.35" units="cm"/>
      <inkml:brushProperty name="color" value="#FFFFFF"/>
    </inkml:brush>
  </inkml:definitions>
  <inkml:trace contextRef="#ctx0" brushRef="#br0">2877 293 24543,'-1'12'0,"-2"-1"0,-3 1 0,-2-1 0,-2 1 0,-2-1 0,-2 0 0,-2 0 0,-3 0 0,-1 0 0,-3-1 0,-2 1 0,-1-1 0,-3 0 0,-1-1 0,-3 1 0,-1-1 0,-2 0 0,-1-1 0,-2 1 0,-2-1 0,-1-1 0,-2 1 0,-1-1 0,-1-1 0,-2 0 0,-1 0 0,0 0 0,-2-1 0,-1-1 0,-1 0 0,0 0 0,-1 0 0,-1-2 0,0 1 0,0-1 0,-1 0 0,-1-1 0,1-1 0,0 1 0,-1-2 0,1 1 0,0-1 0,0-1 0,0 0 0,1-1 0,0 1 0,1-2 0,1 0 0,0 0 0,1 0 0,2-1 0,0-1 0,1 0 0,1 0 0,2 0 0,1-1 0,1-1 0,2 1 0,1-1 0,2-1 0,2 1 0,1-1 0,2 0 0,2-1 0,1 1 0,3-1 0,1 0 0,2-1 0,3 1 0,1-1 0,3 0 0,1 0 0,3 0 0,2 0 0,2-1 0,2 1 0,3-1 0,1 1 0,3-1 0,2 1 0,3-1 0,1 1 0,3 0 0,2-1 0,2 1 0,2 0 0,3 0 0,1 0 0,3 0 0,1 1 0,3-1 0,2 1 0,1 0 0,3 1 0,1-1 0,2 1 0,2 0 0,1 0 0,2 1 0,2 0 0,1 0 0,2 1 0,1 0 0,1 1 0,2-1 0,1 2 0,1-1 0,0 1 0,2 1 0,1-1 0,0 2 0,1-1 0,1 1 0,0 1 0,1 0 0,0 0 0,0 1 0,0 0 0,1 1 0,-1 0 0,0 1 0,1 0 0,-1 1 0,-1 0 0,0 0 0,0 1 0,-1 1 0,-1-1 0,0 2 0,-1-1 0,-1 1 0,-2 1 0,0-1 0,-1 2 0,-2-1 0,-1 1 0,-1 0 0,-2 1 0,-1 0 0,-2 0 0,-2 1 0,-1 0 0,-2 0 0,-1 1 0,-3-1 0,-1 1 0,-3 0 0,-1 1 0,-2-1 0,-3 1 0,-1 0 0,-3 0 0,-2 0 0,-2 0 0,-2 1 0,-2-1 0,-2 0 0,-3 1 0,-2-1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3:14.372"/>
    </inkml:context>
    <inkml:brush xml:id="br0">
      <inkml:brushProperty name="width" value="0.35" units="cm"/>
      <inkml:brushProperty name="height" value="0.35" units="cm"/>
      <inkml:brushProperty name="color" value="#FFFFFF"/>
    </inkml:brush>
  </inkml:definitions>
  <inkml:trace contextRef="#ctx0" brushRef="#br0">893 353 24575,'-76'0'0,"-119"-15"0,128 4 0,18 2 0,-99-4 0,101 13 0,-1 3 0,-47 9 0,51-2 0,31-7 0,-1 1 0,1-2 0,0 0 0,-1 0 0,1-1 0,-15-2 0,28 2 0,-1-1 0,1 0 0,-1 0 0,0 0 0,1 0 0,-1 0 0,1 0 0,-1 0 0,0-1 0,1 1 0,-1 0 0,1 0 0,-1 0 0,1-1 0,-1 1 0,0 0 0,1 0 0,-1-1 0,1 1 0,-1-1 0,1 1 0,0 0 0,-1-1 0,1 1 0,-1-1 0,1 1 0,0-1 0,-1 1 0,1-1 0,0 1 0,-1-2 0,2 1 0,-1 0 0,1 0 0,-1 0 0,1 0 0,0 0 0,-1 0 0,1 1 0,0-1 0,0 0 0,0 0 0,-1 0 0,1 1 0,0-1 0,2 0 0,39-20 0,187-56 0,-186 66 0,0 3 0,1 1 0,65-2 0,-89 8 0,-1-2 0,0 0 0,28-9 0,28-4 0,109 7 0,-76 6 0,-60-2-9,0-3 0,-1-1 0,64-22 0,-60 17-119,-13 6-1365,1 1 0,0 2 0,60 0 0,-46 3 845,-27 0 1687,-1-2 1,46-12-1,-48 9-123,0 2 1,0 0 0,45-2-1,27 6-916,137 5 0,-207 0-71,0 1 0,0 1-1,0 1 1,24 11 0,-23-8-938</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3:17.054"/>
    </inkml:context>
    <inkml:brush xml:id="br0">
      <inkml:brushProperty name="width" value="0.35" units="cm"/>
      <inkml:brushProperty name="height" value="0.35" units="cm"/>
      <inkml:brushProperty name="color" value="#FFFFFF"/>
    </inkml:brush>
  </inkml:definitions>
  <inkml:trace contextRef="#ctx0" brushRef="#br0">93 0 24575,'-2'7'0,"1"0"0,-1 0 0,0-1 0,0 1 0,-1-1 0,1 1 0,-7 8 0,-4 13 0,1 0 0,2 1 0,1-1 0,2 2 0,0-1 0,-4 60 0,11-86 0,0 0 0,0 0 0,0 1 0,1-1 0,0 0 0,-1 0 0,1 0 0,0 0 0,0 0 0,1 0 0,-1 0 0,1 0 0,-1 0 0,1-1 0,0 1 0,0-1 0,0 1 0,0-1 0,1 0 0,-1 0 0,1 0 0,-1 0 0,1 0 0,0 0 0,-1-1 0,1 1 0,0-1 0,0 0 0,0 0 0,0 0 0,0 0 0,6 0 0,10 2 0,0-1 0,0-2 0,1 0 0,28-3 0,-12 0 0,35 2 0,-22 0 0,0-1 0,76-14 0,-122 14 0,-17 3 0,-22 4 0,12 3-1365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5:30.907"/>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5:32.309"/>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5:38.777"/>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3:29.007"/>
    </inkml:context>
    <inkml:brush xml:id="br0">
      <inkml:brushProperty name="width" value="0.35" units="cm"/>
      <inkml:brushProperty name="height" value="0.35" units="cm"/>
      <inkml:brushProperty name="color" value="#FFFFFF"/>
    </inkml:brush>
  </inkml:definitions>
  <inkml:trace contextRef="#ctx0" brushRef="#br0">0 2 24062,'151'265'0,"2059"-265"0,-2361-265 0,-2059 265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3:52.828"/>
    </inkml:context>
    <inkml:brush xml:id="br0">
      <inkml:brushProperty name="width" value="0.35" units="cm"/>
      <inkml:brushProperty name="height" value="0.35" units="cm"/>
      <inkml:brushProperty name="color" value="#FFFFFF"/>
    </inkml:brush>
  </inkml:definitions>
  <inkml:trace contextRef="#ctx0" brushRef="#br0">1 27 24575,'37'-1'0,"1"-1"0,49-9 0,-26 3 0,0 4 0,107 4 0,-59 3 0,-92-3 49,5-1-403,0 1 1,0 2-1,33 6 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6:14.777"/>
    </inkml:context>
    <inkml:brush xml:id="br0">
      <inkml:brushProperty name="width" value="0.35" units="cm"/>
      <inkml:brushProperty name="height" value="0.35" units="cm"/>
      <inkml:brushProperty name="color" value="#FFFFFF"/>
    </inkml:brush>
  </inkml:definitions>
  <inkml:trace contextRef="#ctx0" brushRef="#br0">17 1 24575,'-4'4'0,"-9"1"0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3:57.997"/>
    </inkml:context>
    <inkml:brush xml:id="br0">
      <inkml:brushProperty name="width" value="0.35" units="cm"/>
      <inkml:brushProperty name="height" value="0.35" units="cm"/>
      <inkml:brushProperty name="color" value="#FFFFFF"/>
    </inkml:brush>
  </inkml:definitions>
  <inkml:trace contextRef="#ctx0" brushRef="#br0">372 0 24575,'-1'10'0,"0"0"0,-1 0 0,0 0 0,0 0 0,-1 0 0,-1 0 0,0-1 0,0 0 0,-7 12 0,-4 4 0,-35 45 0,40-60 40,0 0-1,0 0 1,0 0-1,-1-2 1,-1 1-1,0-1 0,-16 7 1,-93 38-666,73-35-429</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4:00.328"/>
    </inkml:context>
    <inkml:brush xml:id="br0">
      <inkml:brushProperty name="width" value="0.35" units="cm"/>
      <inkml:brushProperty name="height" value="0.35" units="cm"/>
      <inkml:brushProperty name="color" value="#FFFFFF"/>
    </inkml:brush>
  </inkml:definitions>
  <inkml:trace contextRef="#ctx0" brushRef="#br0">1 23 24575,'5'0'0,"0"-1"0,0 0 0,1 0 0,-1-1 0,7-2 0,17-5 0,6 6 0,-1 1 0,1 2 0,-1 2 0,1 0 0,40 10 0,-62-10 0,6 2 0,0 0 0,0 1 0,0 1 0,-1 1 0,27 14 0,-33-16-273,-1 0 0,0-1 0,1 0 0,16 2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4:04.678"/>
    </inkml:context>
    <inkml:brush xml:id="br0">
      <inkml:brushProperty name="width" value="0.35" units="cm"/>
      <inkml:brushProperty name="height" value="0.35" units="cm"/>
      <inkml:brushProperty name="color" value="#FFFFFF"/>
    </inkml:brush>
  </inkml:definitions>
  <inkml:trace contextRef="#ctx0" brushRef="#br0">3218 574 24561,'-832'-573'0,"-1553"1146"0,5602-573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4:13.103"/>
    </inkml:context>
    <inkml:brush xml:id="br0">
      <inkml:brushProperty name="width" value="0.35" units="cm"/>
      <inkml:brushProperty name="height" value="0.35" units="cm"/>
      <inkml:brushProperty name="color" value="#FFFFFF"/>
    </inkml:brush>
  </inkml:definitions>
  <inkml:trace contextRef="#ctx0" brushRef="#br0">236 75 24575,'-12'0'0,"-8"0"0,-4-4 0,-3-1 0,0-4 0,1-1 0,0-1 0,1 0 0,1-2 0,0 1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6:24.956"/>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19:56:28.296"/>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1847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~0:30] Greet audience, introduce the team and the paper: “Hearing Attacks in Network Data: an Effectiveness Study” by Axon, Happa, Goldsmith and Creese (University of Oxford). Roadmap: Speaker 1 covers why we would listen to traffic and how the sonification system works; Speaker 2 covers the four attacks, the experiment and the results; Speaker 3 covers hearing unknown attacks without training and the takeaways.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~1:30] Security Operations Centres rely on IDSs, firewalls and statistical or machine-learning anomaly detection, but these can be inaccurate, so human analysts still verify alerts and look for missed threats, mostly through text and visual displays. Sonification (non-speech audio) is an additional channel: it can be heard peripherally while multitasking, humans are good at pattern recognition in sound, and it has worked for anomaly detection in medicine and astronomy. Signature-based detection only finds known attacks; the idea here is that a listener hears deviations from the normal sound, so even attacks with no signature may stand out.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~2:00] The system uses parameter-mapping sonification: each sampled packet header becomes one note event. Packet rate sets tempo and packet size sets note duration (max 1 s). Direction sets pan: incoming traffic left, outgoing right. Pitch range shows the field type: source IPs low, destination IPs medium, destination ports high. Protocol sets the instrument: HTTP strings, TCP clarinet, FTP piano. A hotlist of the most common IPs and ports is built from the first part of the data: hotlisted values play consonant notes, unusual values play dissonant notes, and unusual packets are sampled with higher probability.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~1:30] The study used synthetic packet-header data: 25 desktop hosts talking to 40 remote hosts, background traffic of about 4,500 packets per second (scaled up from real traces, handled by sampling). Four attacks were injected. DDoS (TCP SYN flood) is heard as extra dissonant low-pitch clarinet notes. Port scan is heard as dissonant high-pitch activity from unusual destination ports. Data exfiltration over FTP is heard as piano notes panned right to an unusual destination IP. Loss of connectivity fades the sound towards silence. Participants were 30 computer science and cybersecurity researchers; attack order was pseudorandomised for each of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~1:30] After training, participants detected every attack (recall 1.0) with an F-score above 0.9 and precision around 0.85, meeting the target. Mean detection time was under 3 seconds for DDoS, port scan and exfiltration (2.4, 2.7 and 3.0 s); connectivity loss took 6.4 s because the sound thinned gradually and some listeners took silence to mean the test had ended. Of the attacks detected, 114 of 120 were identified correctly; the only errors were six port scans mistaken for DDoS, probably because both include low-pitch dissonance and the pitch ranges were hard to tell apart. 24 of 30 recognised a combined attack. Hand over to Speaker 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~1:30] Key point: before any training, participants were played only 30 seconds of normal traffic and asked to click on anything abnormal. They still clicked around the start of each attack (recall 0.96, though with more false alarms, F-score about 0.75), so attacks were audible as deviations from the baseline. That suggests promise for attacks with no known signature, including zero-days, though the paper stresses this needs further testing. Walk the three steps of the procedure on the right. Musical experience had no significant effect on detection speed or identification, and accuracy improved with training.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~1:30] Summarise: detection was accurate and fast, and the attack type could mostly be identified by ear. Takeaways: attacks can be heard as deviations from normal; no musical training is needed, and practice improves accuracy. Caveats from the paper: synthetic data, only four attacks, pitch range was hard to interpret, and fatigue and use alongside real SOC tools are untested. Next steps: other sound mappings, real-world data and SOC trials. Sonification is positioned as a complement to existing detection tools.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7.png"/><Relationship Id="rId18" Type="http://schemas.openxmlformats.org/officeDocument/2006/relationships/customXml" Target="../ink/ink8.xml"/><Relationship Id="rId3" Type="http://schemas.openxmlformats.org/officeDocument/2006/relationships/image" Target="../media/image2.png"/><Relationship Id="rId21" Type="http://schemas.openxmlformats.org/officeDocument/2006/relationships/image" Target="../media/image11.png"/><Relationship Id="rId7" Type="http://schemas.openxmlformats.org/officeDocument/2006/relationships/image" Target="../media/image4.png"/><Relationship Id="rId12" Type="http://schemas.openxmlformats.org/officeDocument/2006/relationships/customXml" Target="../ink/ink5.xml"/><Relationship Id="rId17" Type="http://schemas.openxmlformats.org/officeDocument/2006/relationships/image" Target="../media/image9.png"/><Relationship Id="rId2" Type="http://schemas.openxmlformats.org/officeDocument/2006/relationships/notesSlide" Target="../notesSlides/notesSlide1.xml"/><Relationship Id="rId16" Type="http://schemas.openxmlformats.org/officeDocument/2006/relationships/customXml" Target="../ink/ink7.xml"/><Relationship Id="rId20" Type="http://schemas.openxmlformats.org/officeDocument/2006/relationships/customXml" Target="../ink/ink9.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6.png"/><Relationship Id="rId5" Type="http://schemas.openxmlformats.org/officeDocument/2006/relationships/image" Target="../media/image3.png"/><Relationship Id="rId15" Type="http://schemas.openxmlformats.org/officeDocument/2006/relationships/image" Target="../media/image8.png"/><Relationship Id="rId10" Type="http://schemas.openxmlformats.org/officeDocument/2006/relationships/customXml" Target="../ink/ink4.xml"/><Relationship Id="rId19" Type="http://schemas.openxmlformats.org/officeDocument/2006/relationships/image" Target="../media/image10.png"/><Relationship Id="rId4" Type="http://schemas.openxmlformats.org/officeDocument/2006/relationships/customXml" Target="../ink/ink1.xml"/><Relationship Id="rId9" Type="http://schemas.openxmlformats.org/officeDocument/2006/relationships/image" Target="../media/image5.png"/><Relationship Id="rId14" Type="http://schemas.openxmlformats.org/officeDocument/2006/relationships/customXml" Target="../ink/ink6.xml"/></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customXml" Target="../ink/ink15.xml"/><Relationship Id="rId18" Type="http://schemas.openxmlformats.org/officeDocument/2006/relationships/image" Target="../media/image19.png"/><Relationship Id="rId26" Type="http://schemas.openxmlformats.org/officeDocument/2006/relationships/image" Target="../media/image23.png"/><Relationship Id="rId3" Type="http://schemas.openxmlformats.org/officeDocument/2006/relationships/customXml" Target="../ink/ink10.xml"/><Relationship Id="rId21" Type="http://schemas.openxmlformats.org/officeDocument/2006/relationships/customXml" Target="../ink/ink19.xml"/><Relationship Id="rId7" Type="http://schemas.openxmlformats.org/officeDocument/2006/relationships/customXml" Target="../ink/ink12.xml"/><Relationship Id="rId12" Type="http://schemas.openxmlformats.org/officeDocument/2006/relationships/image" Target="../media/image16.png"/><Relationship Id="rId17" Type="http://schemas.openxmlformats.org/officeDocument/2006/relationships/customXml" Target="../ink/ink17.xml"/><Relationship Id="rId25" Type="http://schemas.openxmlformats.org/officeDocument/2006/relationships/customXml" Target="../ink/ink21.xml"/><Relationship Id="rId2" Type="http://schemas.openxmlformats.org/officeDocument/2006/relationships/notesSlide" Target="../notesSlides/notesSlide2.xml"/><Relationship Id="rId16" Type="http://schemas.openxmlformats.org/officeDocument/2006/relationships/image" Target="../media/image18.png"/><Relationship Id="rId20"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customXml" Target="../ink/ink14.xml"/><Relationship Id="rId24" Type="http://schemas.openxmlformats.org/officeDocument/2006/relationships/image" Target="../media/image22.png"/><Relationship Id="rId5" Type="http://schemas.openxmlformats.org/officeDocument/2006/relationships/customXml" Target="../ink/ink11.xml"/><Relationship Id="rId15" Type="http://schemas.openxmlformats.org/officeDocument/2006/relationships/customXml" Target="../ink/ink16.xml"/><Relationship Id="rId23" Type="http://schemas.openxmlformats.org/officeDocument/2006/relationships/customXml" Target="../ink/ink20.xml"/><Relationship Id="rId28" Type="http://schemas.openxmlformats.org/officeDocument/2006/relationships/customXml" Target="../ink/ink23.xml"/><Relationship Id="rId10" Type="http://schemas.openxmlformats.org/officeDocument/2006/relationships/image" Target="../media/image15.png"/><Relationship Id="rId19" Type="http://schemas.openxmlformats.org/officeDocument/2006/relationships/customXml" Target="../ink/ink18.xml"/><Relationship Id="rId4" Type="http://schemas.openxmlformats.org/officeDocument/2006/relationships/image" Target="../media/image12.png"/><Relationship Id="rId9" Type="http://schemas.openxmlformats.org/officeDocument/2006/relationships/customXml" Target="../ink/ink13.xml"/><Relationship Id="rId14" Type="http://schemas.openxmlformats.org/officeDocument/2006/relationships/image" Target="../media/image17.png"/><Relationship Id="rId22" Type="http://schemas.openxmlformats.org/officeDocument/2006/relationships/image" Target="../media/image21.png"/><Relationship Id="rId27" Type="http://schemas.openxmlformats.org/officeDocument/2006/relationships/customXml" Target="../ink/ink22.xml"/></Relationships>
</file>

<file path=ppt/slides/_rels/slide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customXml" Target="../ink/ink24.xml"/><Relationship Id="rId7" Type="http://schemas.openxmlformats.org/officeDocument/2006/relationships/customXml" Target="../ink/ink26.xml"/><Relationship Id="rId12"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customXml" Target="../ink/ink28.xml"/><Relationship Id="rId5" Type="http://schemas.openxmlformats.org/officeDocument/2006/relationships/customXml" Target="../ink/ink25.xml"/><Relationship Id="rId10" Type="http://schemas.openxmlformats.org/officeDocument/2006/relationships/image" Target="../media/image27.png"/><Relationship Id="rId4" Type="http://schemas.openxmlformats.org/officeDocument/2006/relationships/image" Target="../media/image24.png"/><Relationship Id="rId9" Type="http://schemas.openxmlformats.org/officeDocument/2006/relationships/customXml" Target="../ink/ink27.xml"/></Relationships>
</file>

<file path=ppt/slides/_rels/slide4.xml.rels><?xml version="1.0" encoding="UTF-8" standalone="yes"?>
<Relationships xmlns="http://schemas.openxmlformats.org/package/2006/relationships"><Relationship Id="rId8" Type="http://schemas.openxmlformats.org/officeDocument/2006/relationships/customXml" Target="../ink/ink31.xml"/><Relationship Id="rId3" Type="http://schemas.openxmlformats.org/officeDocument/2006/relationships/image" Target="../media/image29.png"/><Relationship Id="rId7"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customXml" Target="../ink/ink30.xml"/><Relationship Id="rId11" Type="http://schemas.openxmlformats.org/officeDocument/2006/relationships/image" Target="../media/image32.png"/><Relationship Id="rId5" Type="http://schemas.openxmlformats.org/officeDocument/2006/relationships/image" Target="../media/image30.png"/><Relationship Id="rId10" Type="http://schemas.openxmlformats.org/officeDocument/2006/relationships/customXml" Target="../ink/ink32.xml"/><Relationship Id="rId4" Type="http://schemas.openxmlformats.org/officeDocument/2006/relationships/customXml" Target="../ink/ink29.xml"/><Relationship Id="rId9" Type="http://schemas.openxmlformats.org/officeDocument/2006/relationships/image" Target="../media/image31.png"/></Relationships>
</file>

<file path=ppt/slides/_rels/slide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customXml" Target="../ink/ink33.xml"/><Relationship Id="rId7" Type="http://schemas.openxmlformats.org/officeDocument/2006/relationships/customXml" Target="../ink/ink35.xml"/><Relationship Id="rId12" Type="http://schemas.openxmlformats.org/officeDocument/2006/relationships/customXml" Target="../ink/ink38.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4.png"/><Relationship Id="rId11" Type="http://schemas.openxmlformats.org/officeDocument/2006/relationships/customXml" Target="../ink/ink37.xml"/><Relationship Id="rId5" Type="http://schemas.openxmlformats.org/officeDocument/2006/relationships/customXml" Target="../ink/ink34.xml"/><Relationship Id="rId10" Type="http://schemas.openxmlformats.org/officeDocument/2006/relationships/image" Target="../media/image20.png"/><Relationship Id="rId4" Type="http://schemas.openxmlformats.org/officeDocument/2006/relationships/image" Target="../media/image33.png"/><Relationship Id="rId9" Type="http://schemas.openxmlformats.org/officeDocument/2006/relationships/customXml" Target="../ink/ink36.xml"/></Relationships>
</file>

<file path=ppt/slides/_rels/slide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6.png"/><Relationship Id="rId7" Type="http://schemas.openxmlformats.org/officeDocument/2006/relationships/customXml" Target="../ink/ink40.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customXml" Target="../ink/ink39.xml"/><Relationship Id="rId10" Type="http://schemas.openxmlformats.org/officeDocument/2006/relationships/image" Target="../media/image40.png"/><Relationship Id="rId4" Type="http://schemas.openxmlformats.org/officeDocument/2006/relationships/image" Target="../media/image37.png"/><Relationship Id="rId9" Type="http://schemas.openxmlformats.org/officeDocument/2006/relationships/customXml" Target="../ink/ink41.xml"/></Relationships>
</file>

<file path=ppt/slides/_rels/slide7.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customXml" Target="../ink/ink47.xml"/><Relationship Id="rId3" Type="http://schemas.openxmlformats.org/officeDocument/2006/relationships/customXml" Target="../ink/ink42.xml"/><Relationship Id="rId7" Type="http://schemas.openxmlformats.org/officeDocument/2006/relationships/customXml" Target="../ink/ink44.xml"/><Relationship Id="rId12"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customXml" Target="../ink/ink46.xml"/><Relationship Id="rId5" Type="http://schemas.openxmlformats.org/officeDocument/2006/relationships/customXml" Target="../ink/ink43.xml"/><Relationship Id="rId10" Type="http://schemas.openxmlformats.org/officeDocument/2006/relationships/image" Target="../media/image44.png"/><Relationship Id="rId4" Type="http://schemas.openxmlformats.org/officeDocument/2006/relationships/image" Target="../media/image41.png"/><Relationship Id="rId9" Type="http://schemas.openxmlformats.org/officeDocument/2006/relationships/customXml" Target="../ink/ink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189" y="2032000"/>
            <a:ext cx="5813478" cy="1333500"/>
          </a:xfrm>
          <a:prstGeom prst="rect">
            <a:avLst/>
          </a:prstGeom>
          <a:noFill/>
          <a:ln/>
        </p:spPr>
        <p:txBody>
          <a:bodyPr wrap="square" lIns="0" tIns="0" rIns="0" bIns="0" rtlCol="0" anchor="t">
            <a:normAutofit/>
          </a:bodyPr>
          <a:lstStyle/>
          <a:p>
            <a:pPr marL="0" indent="0" algn="l">
              <a:lnSpc>
                <a:spcPct val="87000"/>
              </a:lnSpc>
              <a:buNone/>
            </a:pPr>
            <a:r>
              <a:rPr lang="en-US" sz="5000" kern="100" spc="-75" dirty="0">
                <a:solidFill>
                  <a:srgbClr val="1F2937"/>
                </a:solidFill>
                <a:latin typeface="Fira Sans SemiBold" pitchFamily="34" charset="0"/>
                <a:ea typeface="Fira Sans SemiBold" pitchFamily="34" charset="-122"/>
                <a:cs typeface="Fira Sans SemiBold" pitchFamily="34" charset="-120"/>
              </a:rPr>
              <a:t>Hearing Network Traffic Anomalies</a:t>
            </a:r>
            <a:endParaRPr lang="en-US" sz="5000" dirty="0"/>
          </a:p>
        </p:txBody>
      </p:sp>
      <p:sp>
        <p:nvSpPr>
          <p:cNvPr id="3" name="Text 1"/>
          <p:cNvSpPr/>
          <p:nvPr/>
        </p:nvSpPr>
        <p:spPr>
          <a:xfrm>
            <a:off x="457189" y="3594100"/>
            <a:ext cx="5813478" cy="330200"/>
          </a:xfrm>
          <a:prstGeom prst="rect">
            <a:avLst/>
          </a:prstGeom>
          <a:noFill/>
          <a:ln/>
        </p:spPr>
        <p:txBody>
          <a:bodyPr wrap="none" lIns="0" tIns="0" rIns="0" bIns="0" rtlCol="0" anchor="t"/>
          <a:lstStyle/>
          <a:p>
            <a:pPr marL="0" indent="0" algn="l">
              <a:lnSpc>
                <a:spcPct val="108000"/>
              </a:lnSpc>
              <a:buNone/>
            </a:pPr>
            <a:r>
              <a:rPr lang="en-US" sz="2000" dirty="0">
                <a:solidFill>
                  <a:srgbClr val="1F2937"/>
                </a:solidFill>
                <a:latin typeface="Fira Sans" pitchFamily="34" charset="0"/>
                <a:ea typeface="Fira Sans" pitchFamily="34" charset="-122"/>
                <a:cs typeface="Fira Sans" pitchFamily="34" charset="-120"/>
              </a:rPr>
              <a:t>A tutorial on detection by sonification</a:t>
            </a:r>
            <a:endParaRPr lang="en-US" sz="2000" dirty="0"/>
          </a:p>
        </p:txBody>
      </p:sp>
      <p:sp>
        <p:nvSpPr>
          <p:cNvPr id="4" name="Text 2"/>
          <p:cNvSpPr/>
          <p:nvPr/>
        </p:nvSpPr>
        <p:spPr>
          <a:xfrm>
            <a:off x="457189" y="4108450"/>
            <a:ext cx="6270667" cy="206375"/>
          </a:xfrm>
          <a:prstGeom prst="rect">
            <a:avLst/>
          </a:prstGeom>
          <a:noFill/>
          <a:ln/>
        </p:spPr>
        <p:txBody>
          <a:bodyPr wrap="none" lIns="0" tIns="0" rIns="0" bIns="0" rtlCol="0" anchor="t"/>
          <a:lstStyle/>
          <a:p>
            <a:pPr marL="0" indent="0" algn="l">
              <a:lnSpc>
                <a:spcPct val="108000"/>
              </a:lnSpc>
              <a:buNone/>
            </a:pPr>
            <a:r>
              <a:rPr lang="en-US" sz="1250" dirty="0">
                <a:solidFill>
                  <a:srgbClr val="5B6577"/>
                </a:solidFill>
                <a:latin typeface="Fira Sans" pitchFamily="34" charset="0"/>
                <a:ea typeface="Fira Sans" pitchFamily="34" charset="-122"/>
                <a:cs typeface="Fira Sans" pitchFamily="34" charset="-120"/>
              </a:rPr>
              <a:t>Based on Axon, Happa, Goldsmith &amp; Creese, University of Oxford</a:t>
            </a:r>
            <a:endParaRPr lang="en-US" sz="1250" dirty="0"/>
          </a:p>
        </p:txBody>
      </p:sp>
      <p:sp>
        <p:nvSpPr>
          <p:cNvPr id="5" name="Text 3"/>
          <p:cNvSpPr/>
          <p:nvPr/>
        </p:nvSpPr>
        <p:spPr>
          <a:xfrm>
            <a:off x="457189" y="6098580"/>
            <a:ext cx="6270667" cy="302220"/>
          </a:xfrm>
          <a:prstGeom prst="rect">
            <a:avLst/>
          </a:prstGeom>
          <a:noFill/>
          <a:ln/>
        </p:spPr>
        <p:txBody>
          <a:bodyPr wrap="none" lIns="0" tIns="0" rIns="0" bIns="0" rtlCol="0" anchor="t"/>
          <a:lstStyle/>
          <a:p>
            <a:pPr marL="0" indent="0" algn="l">
              <a:lnSpc>
                <a:spcPct val="117000"/>
              </a:lnSpc>
              <a:buNone/>
            </a:pPr>
            <a:r>
              <a:rPr lang="en-US" sz="1700" b="1" kern="100" spc="34" dirty="0">
                <a:solidFill>
                  <a:srgbClr val="B94A0A"/>
                </a:solidFill>
                <a:latin typeface="Fira Mono Bold" pitchFamily="34" charset="0"/>
                <a:ea typeface="Fira Mono Bold" pitchFamily="34" charset="-122"/>
                <a:cs typeface="Fira Mono Bold" pitchFamily="34" charset="-120"/>
              </a:rPr>
              <a:t>CHARITH | VINAY | ROYCE</a:t>
            </a:r>
            <a:endParaRPr lang="en-US" sz="1700" dirty="0"/>
          </a:p>
        </p:txBody>
      </p:sp>
      <p:pic>
        <p:nvPicPr>
          <p:cNvPr id="6" name="Image 0" descr="preencoded.png"/>
          <p:cNvPicPr>
            <a:picLocks noChangeAspect="1"/>
          </p:cNvPicPr>
          <p:nvPr/>
        </p:nvPicPr>
        <p:blipFill>
          <a:blip r:embed="rId3"/>
          <a:stretch>
            <a:fillRect/>
          </a:stretch>
        </p:blipFill>
        <p:spPr>
          <a:xfrm>
            <a:off x="6728060" y="87502"/>
            <a:ext cx="5006751"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189" y="457200"/>
            <a:ext cx="11734506" cy="190500"/>
          </a:xfrm>
          <a:prstGeom prst="rect">
            <a:avLst/>
          </a:prstGeom>
          <a:noFill/>
          <a:ln/>
        </p:spPr>
        <p:txBody>
          <a:bodyPr wrap="none" lIns="0" tIns="0" rIns="0" bIns="0" rtlCol="0" anchor="t"/>
          <a:lstStyle/>
          <a:p>
            <a:pPr marL="0" indent="0" algn="l">
              <a:lnSpc>
                <a:spcPct val="100000"/>
              </a:lnSpc>
              <a:buNone/>
            </a:pPr>
            <a:r>
              <a:rPr lang="en-US" sz="1250" kern="100" spc="25" dirty="0">
                <a:solidFill>
                  <a:srgbClr val="B94A0A"/>
                </a:solidFill>
                <a:latin typeface="Fira Mono Medium" pitchFamily="34" charset="0"/>
                <a:ea typeface="Fira Mono Medium" pitchFamily="34" charset="-122"/>
                <a:cs typeface="Fira Mono Medium" pitchFamily="34" charset="-120"/>
              </a:rPr>
              <a:t>Speaker 1</a:t>
            </a:r>
            <a:endParaRPr lang="en-US" sz="1250" dirty="0"/>
          </a:p>
        </p:txBody>
      </p:sp>
      <p:sp>
        <p:nvSpPr>
          <p:cNvPr id="3" name="Text 1"/>
          <p:cNvSpPr/>
          <p:nvPr/>
        </p:nvSpPr>
        <p:spPr>
          <a:xfrm>
            <a:off x="457189" y="749300"/>
            <a:ext cx="11277318" cy="408880"/>
          </a:xfrm>
          <a:prstGeom prst="rect">
            <a:avLst/>
          </a:prstGeom>
          <a:noFill/>
          <a:ln/>
        </p:spPr>
        <p:txBody>
          <a:bodyPr wrap="none" lIns="0" tIns="0" rIns="0" bIns="0" rtlCol="0" anchor="t"/>
          <a:lstStyle/>
          <a:p>
            <a:pPr marL="0" indent="0" algn="l">
              <a:lnSpc>
                <a:spcPct val="96000"/>
              </a:lnSpc>
              <a:buNone/>
            </a:pPr>
            <a:r>
              <a:rPr lang="en-US" sz="2800" kern="100" spc="-28" dirty="0">
                <a:solidFill>
                  <a:srgbClr val="1F2937"/>
                </a:solidFill>
                <a:latin typeface="Fira Sans SemiBold" pitchFamily="34" charset="0"/>
                <a:ea typeface="Fira Sans SemiBold" pitchFamily="34" charset="-122"/>
                <a:cs typeface="Fira Sans SemiBold" pitchFamily="34" charset="-120"/>
              </a:rPr>
              <a:t>Why listen to network traffic?</a:t>
            </a:r>
            <a:endParaRPr lang="en-US" sz="2800" dirty="0"/>
          </a:p>
        </p:txBody>
      </p:sp>
      <p:sp>
        <p:nvSpPr>
          <p:cNvPr id="4" name="Text 2"/>
          <p:cNvSpPr/>
          <p:nvPr/>
        </p:nvSpPr>
        <p:spPr>
          <a:xfrm>
            <a:off x="457189" y="1412180"/>
            <a:ext cx="11277318" cy="711200"/>
          </a:xfrm>
          <a:prstGeom prst="rect">
            <a:avLst/>
          </a:prstGeom>
          <a:noFill/>
          <a:ln/>
        </p:spPr>
        <p:txBody>
          <a:bodyPr wrap="square" lIns="0" tIns="0" rIns="0" bIns="0" rtlCol="0" anchor="t">
            <a:normAutofit/>
          </a:bodyPr>
          <a:lstStyle/>
          <a:p>
            <a:pPr marL="0" indent="0" algn="l">
              <a:lnSpc>
                <a:spcPct val="117000"/>
              </a:lnSpc>
              <a:buNone/>
            </a:pPr>
            <a:r>
              <a:rPr lang="en-US" sz="2000" dirty="0">
                <a:solidFill>
                  <a:srgbClr val="1F2937"/>
                </a:solidFill>
                <a:latin typeface="Fira Sans" pitchFamily="34" charset="0"/>
                <a:ea typeface="Fira Sans" pitchFamily="34" charset="-122"/>
                <a:cs typeface="Fira Sans" pitchFamily="34" charset="-120"/>
              </a:rPr>
              <a:t>Sonification turns data into non-speech sound, so analysts can hear deviations from the normal sound of the network.</a:t>
            </a:r>
            <a:endParaRPr lang="en-US" sz="2000" dirty="0"/>
          </a:p>
        </p:txBody>
      </p:sp>
      <p:sp>
        <p:nvSpPr>
          <p:cNvPr id="5" name="Shape 3"/>
          <p:cNvSpPr/>
          <p:nvPr/>
        </p:nvSpPr>
        <p:spPr>
          <a:xfrm>
            <a:off x="457189" y="2351980"/>
            <a:ext cx="5562461" cy="1948160"/>
          </a:xfrm>
          <a:prstGeom prst="roundRect">
            <a:avLst>
              <a:gd name="adj" fmla="val 587"/>
            </a:avLst>
          </a:prstGeom>
          <a:noFill/>
          <a:ln w="25399">
            <a:solidFill>
              <a:srgbClr val="D8D4D4"/>
            </a:solidFill>
            <a:prstDash val="solid"/>
          </a:ln>
        </p:spPr>
      </p:sp>
      <p:sp>
        <p:nvSpPr>
          <p:cNvPr id="6" name="Text 4"/>
          <p:cNvSpPr/>
          <p:nvPr/>
        </p:nvSpPr>
        <p:spPr>
          <a:xfrm>
            <a:off x="660383" y="2555180"/>
            <a:ext cx="5156071" cy="321866"/>
          </a:xfrm>
          <a:prstGeom prst="rect">
            <a:avLst/>
          </a:prstGeom>
          <a:noFill/>
          <a:ln/>
        </p:spPr>
        <p:txBody>
          <a:bodyPr wrap="none" lIns="0" tIns="0" rIns="0" bIns="0" rtlCol="0" anchor="t"/>
          <a:lstStyle/>
          <a:p>
            <a:pPr marL="0" indent="0" algn="l">
              <a:lnSpc>
                <a:spcPct val="108000"/>
              </a:lnSpc>
              <a:buNone/>
            </a:pPr>
            <a:r>
              <a:rPr lang="en-US" sz="1950" dirty="0">
                <a:solidFill>
                  <a:srgbClr val="1F2937"/>
                </a:solidFill>
                <a:latin typeface="Fira Sans" pitchFamily="34" charset="0"/>
                <a:ea typeface="Fira Sans" pitchFamily="34" charset="-122"/>
                <a:cs typeface="Fira Sans" pitchFamily="34" charset="-120"/>
              </a:rPr>
              <a:t>Limits of today’s tools</a:t>
            </a:r>
            <a:endParaRPr lang="en-US" sz="1950" dirty="0"/>
          </a:p>
        </p:txBody>
      </p:sp>
      <p:sp>
        <p:nvSpPr>
          <p:cNvPr id="7" name="Text 5"/>
          <p:cNvSpPr/>
          <p:nvPr/>
        </p:nvSpPr>
        <p:spPr>
          <a:xfrm>
            <a:off x="660383" y="3061196"/>
            <a:ext cx="5156071" cy="1033661"/>
          </a:xfrm>
          <a:prstGeom prst="rect">
            <a:avLst/>
          </a:prstGeom>
          <a:noFill/>
          <a:ln/>
        </p:spPr>
        <p:txBody>
          <a:bodyPr wrap="square" lIns="0" tIns="0" rIns="0" bIns="0" rtlCol="0" anchor="t">
            <a:normAutofit/>
          </a:bodyPr>
          <a:lstStyle/>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Automated alerts can be inaccurate</a:t>
            </a:r>
            <a:endParaRPr lang="en-US" sz="1700" dirty="0"/>
          </a:p>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Analysts must verify and catch misses</a:t>
            </a:r>
            <a:endParaRPr lang="en-US" sz="1700" dirty="0"/>
          </a:p>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Displays are mostly visual or text</a:t>
            </a:r>
            <a:endParaRPr lang="en-US" sz="1700" dirty="0"/>
          </a:p>
        </p:txBody>
      </p:sp>
      <p:sp>
        <p:nvSpPr>
          <p:cNvPr id="8" name="Shape 6"/>
          <p:cNvSpPr/>
          <p:nvPr/>
        </p:nvSpPr>
        <p:spPr>
          <a:xfrm>
            <a:off x="6172046" y="2351980"/>
            <a:ext cx="5562461" cy="1948160"/>
          </a:xfrm>
          <a:prstGeom prst="roundRect">
            <a:avLst>
              <a:gd name="adj" fmla="val 587"/>
            </a:avLst>
          </a:prstGeom>
          <a:noFill/>
          <a:ln w="25399">
            <a:solidFill>
              <a:srgbClr val="D8D4D4"/>
            </a:solidFill>
            <a:prstDash val="solid"/>
          </a:ln>
        </p:spPr>
      </p:sp>
      <p:sp>
        <p:nvSpPr>
          <p:cNvPr id="9" name="Text 7"/>
          <p:cNvSpPr/>
          <p:nvPr/>
        </p:nvSpPr>
        <p:spPr>
          <a:xfrm>
            <a:off x="6375241" y="2555180"/>
            <a:ext cx="5156071" cy="321866"/>
          </a:xfrm>
          <a:prstGeom prst="rect">
            <a:avLst/>
          </a:prstGeom>
          <a:noFill/>
          <a:ln/>
        </p:spPr>
        <p:txBody>
          <a:bodyPr wrap="none" lIns="0" tIns="0" rIns="0" bIns="0" rtlCol="0" anchor="t"/>
          <a:lstStyle/>
          <a:p>
            <a:pPr marL="0" indent="0" algn="l">
              <a:lnSpc>
                <a:spcPct val="108000"/>
              </a:lnSpc>
              <a:buNone/>
            </a:pPr>
            <a:r>
              <a:rPr lang="en-US" sz="1950" dirty="0">
                <a:solidFill>
                  <a:srgbClr val="1F2937"/>
                </a:solidFill>
                <a:latin typeface="Fira Sans" pitchFamily="34" charset="0"/>
                <a:ea typeface="Fira Sans" pitchFamily="34" charset="-122"/>
                <a:cs typeface="Fira Sans" pitchFamily="34" charset="-120"/>
              </a:rPr>
              <a:t>Why sound helps</a:t>
            </a:r>
            <a:endParaRPr lang="en-US" sz="1950" dirty="0"/>
          </a:p>
        </p:txBody>
      </p:sp>
      <p:sp>
        <p:nvSpPr>
          <p:cNvPr id="10" name="Text 8"/>
          <p:cNvSpPr/>
          <p:nvPr/>
        </p:nvSpPr>
        <p:spPr>
          <a:xfrm>
            <a:off x="6375241" y="3061196"/>
            <a:ext cx="5156071" cy="1033661"/>
          </a:xfrm>
          <a:prstGeom prst="rect">
            <a:avLst/>
          </a:prstGeom>
          <a:noFill/>
          <a:ln/>
        </p:spPr>
        <p:txBody>
          <a:bodyPr wrap="square" lIns="0" tIns="0" rIns="0" bIns="0" rtlCol="0" anchor="t">
            <a:normAutofit/>
          </a:bodyPr>
          <a:lstStyle/>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Heard peripherally, while multitasking</a:t>
            </a:r>
            <a:endParaRPr lang="en-US" sz="1700" dirty="0"/>
          </a:p>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Humans spot patterns in sound well</a:t>
            </a:r>
            <a:endParaRPr lang="en-US" sz="1700" dirty="0"/>
          </a:p>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Works in medicine and astronomy</a:t>
            </a:r>
            <a:endParaRPr lang="en-US" sz="1700" dirty="0"/>
          </a:p>
        </p:txBody>
      </p:sp>
      <p:sp>
        <p:nvSpPr>
          <p:cNvPr id="11" name="Shape 9"/>
          <p:cNvSpPr/>
          <p:nvPr/>
        </p:nvSpPr>
        <p:spPr>
          <a:xfrm>
            <a:off x="457189" y="4452541"/>
            <a:ext cx="5562461" cy="1948259"/>
          </a:xfrm>
          <a:prstGeom prst="rect">
            <a:avLst/>
          </a:prstGeom>
          <a:solidFill>
            <a:srgbClr val="F3F5F8"/>
          </a:solidFill>
          <a:ln/>
        </p:spPr>
      </p:sp>
      <p:sp>
        <p:nvSpPr>
          <p:cNvPr id="12" name="Text 10"/>
          <p:cNvSpPr/>
          <p:nvPr/>
        </p:nvSpPr>
        <p:spPr>
          <a:xfrm>
            <a:off x="634984" y="4630341"/>
            <a:ext cx="5206870" cy="321866"/>
          </a:xfrm>
          <a:prstGeom prst="rect">
            <a:avLst/>
          </a:prstGeom>
          <a:noFill/>
          <a:ln/>
        </p:spPr>
        <p:txBody>
          <a:bodyPr wrap="none" lIns="0" tIns="0" rIns="0" bIns="0" rtlCol="0" anchor="t"/>
          <a:lstStyle/>
          <a:p>
            <a:pPr marL="0" indent="0" algn="l">
              <a:lnSpc>
                <a:spcPct val="108000"/>
              </a:lnSpc>
              <a:buNone/>
            </a:pPr>
            <a:r>
              <a:rPr lang="en-US" sz="1950" dirty="0">
                <a:solidFill>
                  <a:srgbClr val="1F2937"/>
                </a:solidFill>
                <a:latin typeface="Fira Sans" pitchFamily="34" charset="0"/>
                <a:ea typeface="Fira Sans" pitchFamily="34" charset="-122"/>
                <a:cs typeface="Fira Sans" pitchFamily="34" charset="-120"/>
              </a:rPr>
              <a:t>Signature-based</a:t>
            </a:r>
            <a:endParaRPr lang="en-US" sz="1950" dirty="0"/>
          </a:p>
        </p:txBody>
      </p:sp>
      <p:sp>
        <p:nvSpPr>
          <p:cNvPr id="13" name="Text 11"/>
          <p:cNvSpPr/>
          <p:nvPr/>
        </p:nvSpPr>
        <p:spPr>
          <a:xfrm>
            <a:off x="634984" y="5136356"/>
            <a:ext cx="5206870" cy="667941"/>
          </a:xfrm>
          <a:prstGeom prst="rect">
            <a:avLst/>
          </a:prstGeom>
          <a:noFill/>
          <a:ln/>
        </p:spPr>
        <p:txBody>
          <a:bodyPr wrap="square" lIns="0" tIns="0" rIns="0" bIns="0" rtlCol="0" anchor="t">
            <a:normAutofit/>
          </a:bodyPr>
          <a:lstStyle/>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Matches known attack patterns</a:t>
            </a:r>
            <a:endParaRPr lang="en-US" sz="1700" dirty="0"/>
          </a:p>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Cannot detect new anomalies</a:t>
            </a:r>
            <a:endParaRPr lang="en-US" sz="1700" dirty="0"/>
          </a:p>
        </p:txBody>
      </p:sp>
      <p:sp>
        <p:nvSpPr>
          <p:cNvPr id="14" name="Shape 12"/>
          <p:cNvSpPr/>
          <p:nvPr/>
        </p:nvSpPr>
        <p:spPr>
          <a:xfrm>
            <a:off x="6172046" y="4452541"/>
            <a:ext cx="5562461" cy="1948259"/>
          </a:xfrm>
          <a:prstGeom prst="rect">
            <a:avLst/>
          </a:prstGeom>
          <a:solidFill>
            <a:srgbClr val="2B3544"/>
          </a:solidFill>
          <a:ln/>
        </p:spPr>
      </p:sp>
      <p:sp>
        <p:nvSpPr>
          <p:cNvPr id="15" name="Text 13"/>
          <p:cNvSpPr/>
          <p:nvPr/>
        </p:nvSpPr>
        <p:spPr>
          <a:xfrm>
            <a:off x="6349841" y="4630341"/>
            <a:ext cx="5206870" cy="321866"/>
          </a:xfrm>
          <a:prstGeom prst="rect">
            <a:avLst/>
          </a:prstGeom>
          <a:noFill/>
          <a:ln/>
        </p:spPr>
        <p:txBody>
          <a:bodyPr wrap="none" lIns="0" tIns="0" rIns="0" bIns="0" rtlCol="0" anchor="t"/>
          <a:lstStyle/>
          <a:p>
            <a:pPr marL="0" indent="0" algn="l">
              <a:lnSpc>
                <a:spcPct val="108000"/>
              </a:lnSpc>
              <a:buNone/>
            </a:pPr>
            <a:r>
              <a:rPr lang="en-US" sz="1950" dirty="0">
                <a:solidFill>
                  <a:srgbClr val="FFFFFF"/>
                </a:solidFill>
                <a:latin typeface="Fira Sans" pitchFamily="34" charset="0"/>
                <a:ea typeface="Fira Sans" pitchFamily="34" charset="-122"/>
                <a:cs typeface="Fira Sans" pitchFamily="34" charset="-120"/>
              </a:rPr>
              <a:t>Sonification (this talk)</a:t>
            </a:r>
            <a:endParaRPr lang="en-US" sz="1950" dirty="0"/>
          </a:p>
        </p:txBody>
      </p:sp>
      <p:sp>
        <p:nvSpPr>
          <p:cNvPr id="16" name="Text 14"/>
          <p:cNvSpPr/>
          <p:nvPr/>
        </p:nvSpPr>
        <p:spPr>
          <a:xfrm>
            <a:off x="6349841" y="5136356"/>
            <a:ext cx="5206870" cy="667941"/>
          </a:xfrm>
          <a:prstGeom prst="rect">
            <a:avLst/>
          </a:prstGeom>
          <a:noFill/>
          <a:ln/>
        </p:spPr>
        <p:txBody>
          <a:bodyPr wrap="square" lIns="0" tIns="0" rIns="0" bIns="0" rtlCol="0" anchor="t">
            <a:normAutofit/>
          </a:bodyPr>
          <a:lstStyle/>
          <a:p>
            <a:pPr marL="345440" indent="-345440" algn="l">
              <a:lnSpc>
                <a:spcPct val="117000"/>
              </a:lnSpc>
              <a:buSzPct val="100000"/>
              <a:buChar char="•"/>
            </a:pPr>
            <a:r>
              <a:rPr lang="en-US" sz="1700" dirty="0">
                <a:solidFill>
                  <a:srgbClr val="FFFFFF"/>
                </a:solidFill>
                <a:latin typeface="Fira Sans" pitchFamily="34" charset="0"/>
                <a:ea typeface="Fira Sans" pitchFamily="34" charset="-122"/>
                <a:cs typeface="Fira Sans" pitchFamily="34" charset="-120"/>
              </a:rPr>
              <a:t>Listeners hear deviations from normal</a:t>
            </a:r>
            <a:endParaRPr lang="en-US" sz="1700" dirty="0"/>
          </a:p>
          <a:p>
            <a:pPr marL="345440" indent="-345440" algn="l">
              <a:lnSpc>
                <a:spcPct val="117000"/>
              </a:lnSpc>
              <a:buSzPct val="100000"/>
              <a:buChar char="•"/>
            </a:pPr>
            <a:r>
              <a:rPr lang="en-US" sz="1700" dirty="0">
                <a:solidFill>
                  <a:srgbClr val="FFFFFF"/>
                </a:solidFill>
                <a:latin typeface="Fira Sans" pitchFamily="34" charset="0"/>
                <a:ea typeface="Fira Sans" pitchFamily="34" charset="-122"/>
                <a:cs typeface="Fira Sans" pitchFamily="34" charset="-120"/>
              </a:rPr>
              <a:t>Can flag attacks with no known signature</a:t>
            </a:r>
            <a:endParaRPr lang="en-US" sz="1700" dirty="0"/>
          </a:p>
        </p:txBody>
      </p:sp>
      <p:sp>
        <p:nvSpPr>
          <p:cNvPr id="17" name="Text 15"/>
          <p:cNvSpPr/>
          <p:nvPr/>
        </p:nvSpPr>
        <p:spPr>
          <a:xfrm>
            <a:off x="11913691" y="6531570"/>
            <a:ext cx="278004" cy="195560"/>
          </a:xfrm>
          <a:prstGeom prst="rect">
            <a:avLst/>
          </a:prstGeom>
          <a:noFill/>
          <a:ln/>
        </p:spPr>
        <p:txBody>
          <a:bodyPr wrap="none" lIns="0" tIns="0" rIns="0" bIns="0" rtlCol="0" anchor="ctr"/>
          <a:lstStyle/>
          <a:p>
            <a:pPr marL="0" indent="0" algn="l">
              <a:lnSpc>
                <a:spcPct val="117000"/>
              </a:lnSpc>
              <a:buNone/>
            </a:pPr>
            <a:r>
              <a:rPr lang="en-US" sz="1100" dirty="0">
                <a:solidFill>
                  <a:srgbClr val="1F2937"/>
                </a:solidFill>
                <a:latin typeface="Fira Sans" pitchFamily="34" charset="0"/>
                <a:ea typeface="Fira Sans" pitchFamily="34" charset="-122"/>
                <a:cs typeface="Fira Sans"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189" y="457200"/>
            <a:ext cx="11734506" cy="190500"/>
          </a:xfrm>
          <a:prstGeom prst="rect">
            <a:avLst/>
          </a:prstGeom>
          <a:noFill/>
          <a:ln/>
        </p:spPr>
        <p:txBody>
          <a:bodyPr wrap="none" lIns="0" tIns="0" rIns="0" bIns="0" rtlCol="0" anchor="t"/>
          <a:lstStyle/>
          <a:p>
            <a:pPr marL="0" indent="0" algn="l">
              <a:lnSpc>
                <a:spcPct val="100000"/>
              </a:lnSpc>
              <a:buNone/>
            </a:pPr>
            <a:r>
              <a:rPr lang="en-US" sz="1250" kern="100" spc="25" dirty="0">
                <a:solidFill>
                  <a:srgbClr val="B94A0A"/>
                </a:solidFill>
                <a:latin typeface="Fira Mono Medium" pitchFamily="34" charset="0"/>
                <a:ea typeface="Fira Mono Medium" pitchFamily="34" charset="-122"/>
                <a:cs typeface="Fira Mono Medium" pitchFamily="34" charset="-120"/>
              </a:rPr>
              <a:t>Speaker 1</a:t>
            </a:r>
            <a:endParaRPr lang="en-US" sz="1250" dirty="0"/>
          </a:p>
        </p:txBody>
      </p:sp>
      <p:sp>
        <p:nvSpPr>
          <p:cNvPr id="3" name="Text 1"/>
          <p:cNvSpPr/>
          <p:nvPr/>
        </p:nvSpPr>
        <p:spPr>
          <a:xfrm>
            <a:off x="457189" y="749300"/>
            <a:ext cx="11277318" cy="408880"/>
          </a:xfrm>
          <a:prstGeom prst="rect">
            <a:avLst/>
          </a:prstGeom>
          <a:noFill/>
          <a:ln/>
        </p:spPr>
        <p:txBody>
          <a:bodyPr wrap="none" lIns="0" tIns="0" rIns="0" bIns="0" rtlCol="0" anchor="t"/>
          <a:lstStyle/>
          <a:p>
            <a:pPr marL="0" indent="0" algn="l">
              <a:lnSpc>
                <a:spcPct val="96000"/>
              </a:lnSpc>
              <a:buNone/>
            </a:pPr>
            <a:r>
              <a:rPr lang="en-US" sz="2800" kern="100" spc="-28" dirty="0">
                <a:solidFill>
                  <a:srgbClr val="1F2937"/>
                </a:solidFill>
                <a:latin typeface="Fira Sans SemiBold" pitchFamily="34" charset="0"/>
                <a:ea typeface="Fira Sans SemiBold" pitchFamily="34" charset="-122"/>
                <a:cs typeface="Fira Sans SemiBold" pitchFamily="34" charset="-120"/>
              </a:rPr>
              <a:t>How the sonification works</a:t>
            </a:r>
            <a:endParaRPr lang="en-US" sz="2800" dirty="0"/>
          </a:p>
        </p:txBody>
      </p:sp>
      <p:sp>
        <p:nvSpPr>
          <p:cNvPr id="4" name="Shape 2"/>
          <p:cNvSpPr/>
          <p:nvPr/>
        </p:nvSpPr>
        <p:spPr>
          <a:xfrm>
            <a:off x="457189" y="1412180"/>
            <a:ext cx="279393" cy="279400"/>
          </a:xfrm>
          <a:prstGeom prst="rect">
            <a:avLst/>
          </a:prstGeom>
          <a:solidFill>
            <a:srgbClr val="1F2937"/>
          </a:solidFill>
          <a:ln/>
        </p:spPr>
      </p:sp>
      <p:sp>
        <p:nvSpPr>
          <p:cNvPr id="5" name="Text 3"/>
          <p:cNvSpPr/>
          <p:nvPr/>
        </p:nvSpPr>
        <p:spPr>
          <a:xfrm>
            <a:off x="507888" y="1472505"/>
            <a:ext cx="787480" cy="158750"/>
          </a:xfrm>
          <a:prstGeom prst="rect">
            <a:avLst/>
          </a:prstGeom>
          <a:noFill/>
          <a:ln/>
        </p:spPr>
        <p:txBody>
          <a:bodyPr wrap="none" lIns="0" tIns="0" rIns="0" bIns="0" rtlCol="0" anchor="t"/>
          <a:lstStyle/>
          <a:p>
            <a:pPr marL="0" indent="0" algn="l">
              <a:lnSpc>
                <a:spcPct val="83000"/>
              </a:lnSpc>
              <a:buNone/>
            </a:pPr>
            <a:r>
              <a:rPr lang="en-US" sz="1250" b="1" dirty="0">
                <a:solidFill>
                  <a:srgbClr val="FFFFFF"/>
                </a:solidFill>
                <a:latin typeface="Fira Sans Bold" pitchFamily="34" charset="0"/>
                <a:ea typeface="Fira Sans Bold" pitchFamily="34" charset="-122"/>
                <a:cs typeface="Fira Sans Bold" pitchFamily="34" charset="-120"/>
              </a:rPr>
              <a:t>01</a:t>
            </a:r>
            <a:endParaRPr lang="en-US" sz="1250" dirty="0"/>
          </a:p>
        </p:txBody>
      </p:sp>
      <p:sp>
        <p:nvSpPr>
          <p:cNvPr id="6" name="Shape 4"/>
          <p:cNvSpPr/>
          <p:nvPr/>
        </p:nvSpPr>
        <p:spPr>
          <a:xfrm>
            <a:off x="457189" y="1777901"/>
            <a:ext cx="3555812" cy="19050"/>
          </a:xfrm>
          <a:prstGeom prst="rect">
            <a:avLst/>
          </a:prstGeom>
          <a:solidFill>
            <a:srgbClr val="F26B1D"/>
          </a:solidFill>
          <a:ln/>
        </p:spPr>
      </p:sp>
      <p:sp>
        <p:nvSpPr>
          <p:cNvPr id="7" name="Text 5"/>
          <p:cNvSpPr/>
          <p:nvPr/>
        </p:nvSpPr>
        <p:spPr>
          <a:xfrm>
            <a:off x="457189" y="1926431"/>
            <a:ext cx="3555911" cy="321866"/>
          </a:xfrm>
          <a:prstGeom prst="rect">
            <a:avLst/>
          </a:prstGeom>
          <a:noFill/>
          <a:ln/>
        </p:spPr>
        <p:txBody>
          <a:bodyPr wrap="none" lIns="0" tIns="0" rIns="0" bIns="0" rtlCol="0" anchor="t"/>
          <a:lstStyle/>
          <a:p>
            <a:pPr marL="0" indent="0" algn="l">
              <a:lnSpc>
                <a:spcPct val="108000"/>
              </a:lnSpc>
              <a:buNone/>
            </a:pPr>
            <a:r>
              <a:rPr lang="en-US" sz="1950" dirty="0">
                <a:solidFill>
                  <a:srgbClr val="1F2937"/>
                </a:solidFill>
                <a:latin typeface="Fira Sans" pitchFamily="34" charset="0"/>
                <a:ea typeface="Fira Sans" pitchFamily="34" charset="-122"/>
                <a:cs typeface="Fira Sans" pitchFamily="34" charset="-120"/>
              </a:rPr>
              <a:t>Sample packets</a:t>
            </a:r>
            <a:endParaRPr lang="en-US" sz="1950" dirty="0"/>
          </a:p>
        </p:txBody>
      </p:sp>
      <p:sp>
        <p:nvSpPr>
          <p:cNvPr id="8" name="Text 6"/>
          <p:cNvSpPr/>
          <p:nvPr/>
        </p:nvSpPr>
        <p:spPr>
          <a:xfrm>
            <a:off x="457189" y="2432447"/>
            <a:ext cx="3555911" cy="515541"/>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1F2937"/>
                </a:solidFill>
                <a:latin typeface="Fira Sans" pitchFamily="34" charset="0"/>
                <a:ea typeface="Fira Sans" pitchFamily="34" charset="-122"/>
                <a:cs typeface="Fira Sans" pitchFamily="34" charset="-120"/>
              </a:rPr>
              <a:t>Each sampled packet header plays one note; tempo follows the packet rate</a:t>
            </a:r>
            <a:endParaRPr lang="en-US" sz="1450" dirty="0"/>
          </a:p>
        </p:txBody>
      </p:sp>
      <p:sp>
        <p:nvSpPr>
          <p:cNvPr id="9" name="Shape 7"/>
          <p:cNvSpPr/>
          <p:nvPr/>
        </p:nvSpPr>
        <p:spPr>
          <a:xfrm>
            <a:off x="4317892" y="1412180"/>
            <a:ext cx="279393" cy="279400"/>
          </a:xfrm>
          <a:prstGeom prst="rect">
            <a:avLst/>
          </a:prstGeom>
          <a:solidFill>
            <a:srgbClr val="1F2937"/>
          </a:solidFill>
          <a:ln/>
        </p:spPr>
      </p:sp>
      <p:sp>
        <p:nvSpPr>
          <p:cNvPr id="10" name="Text 8"/>
          <p:cNvSpPr/>
          <p:nvPr/>
        </p:nvSpPr>
        <p:spPr>
          <a:xfrm>
            <a:off x="4368591" y="1472505"/>
            <a:ext cx="787480" cy="158750"/>
          </a:xfrm>
          <a:prstGeom prst="rect">
            <a:avLst/>
          </a:prstGeom>
          <a:noFill/>
          <a:ln/>
        </p:spPr>
        <p:txBody>
          <a:bodyPr wrap="none" lIns="0" tIns="0" rIns="0" bIns="0" rtlCol="0" anchor="t"/>
          <a:lstStyle/>
          <a:p>
            <a:pPr marL="0" indent="0" algn="l">
              <a:lnSpc>
                <a:spcPct val="83000"/>
              </a:lnSpc>
              <a:buNone/>
            </a:pPr>
            <a:r>
              <a:rPr lang="en-US" sz="1250" b="1" dirty="0">
                <a:solidFill>
                  <a:srgbClr val="FFFFFF"/>
                </a:solidFill>
                <a:latin typeface="Fira Sans Bold" pitchFamily="34" charset="0"/>
                <a:ea typeface="Fira Sans Bold" pitchFamily="34" charset="-122"/>
                <a:cs typeface="Fira Sans Bold" pitchFamily="34" charset="-120"/>
              </a:rPr>
              <a:t>02</a:t>
            </a:r>
            <a:endParaRPr lang="en-US" sz="1250" dirty="0"/>
          </a:p>
        </p:txBody>
      </p:sp>
      <p:sp>
        <p:nvSpPr>
          <p:cNvPr id="11" name="Shape 9"/>
          <p:cNvSpPr/>
          <p:nvPr/>
        </p:nvSpPr>
        <p:spPr>
          <a:xfrm>
            <a:off x="4317892" y="1777901"/>
            <a:ext cx="3555812" cy="19050"/>
          </a:xfrm>
          <a:prstGeom prst="rect">
            <a:avLst/>
          </a:prstGeom>
          <a:solidFill>
            <a:srgbClr val="F26B1D"/>
          </a:solidFill>
          <a:ln/>
        </p:spPr>
      </p:sp>
      <p:sp>
        <p:nvSpPr>
          <p:cNvPr id="12" name="Text 10"/>
          <p:cNvSpPr/>
          <p:nvPr/>
        </p:nvSpPr>
        <p:spPr>
          <a:xfrm>
            <a:off x="4317892" y="1926431"/>
            <a:ext cx="3555911" cy="321866"/>
          </a:xfrm>
          <a:prstGeom prst="rect">
            <a:avLst/>
          </a:prstGeom>
          <a:noFill/>
          <a:ln/>
        </p:spPr>
        <p:txBody>
          <a:bodyPr wrap="none" lIns="0" tIns="0" rIns="0" bIns="0" rtlCol="0" anchor="t"/>
          <a:lstStyle/>
          <a:p>
            <a:pPr marL="0" indent="0" algn="l">
              <a:lnSpc>
                <a:spcPct val="108000"/>
              </a:lnSpc>
              <a:buNone/>
            </a:pPr>
            <a:r>
              <a:rPr lang="en-US" sz="1950" dirty="0">
                <a:solidFill>
                  <a:srgbClr val="1F2937"/>
                </a:solidFill>
                <a:latin typeface="Fira Sans" pitchFamily="34" charset="0"/>
                <a:ea typeface="Fira Sans" pitchFamily="34" charset="-122"/>
                <a:cs typeface="Fira Sans" pitchFamily="34" charset="-120"/>
              </a:rPr>
              <a:t>Map fields to sound</a:t>
            </a:r>
            <a:endParaRPr lang="en-US" sz="1950" dirty="0"/>
          </a:p>
        </p:txBody>
      </p:sp>
      <p:sp>
        <p:nvSpPr>
          <p:cNvPr id="13" name="Text 11"/>
          <p:cNvSpPr/>
          <p:nvPr/>
        </p:nvSpPr>
        <p:spPr>
          <a:xfrm>
            <a:off x="4317892" y="2432447"/>
            <a:ext cx="3555911" cy="515541"/>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1F2937"/>
                </a:solidFill>
                <a:latin typeface="Fira Sans" pitchFamily="34" charset="0"/>
                <a:ea typeface="Fira Sans" pitchFamily="34" charset="-122"/>
                <a:cs typeface="Fira Sans" pitchFamily="34" charset="-120"/>
              </a:rPr>
              <a:t>Size sets note length, direction sets pan, field type sets pitch</a:t>
            </a:r>
            <a:endParaRPr lang="en-US" sz="1450" dirty="0"/>
          </a:p>
        </p:txBody>
      </p:sp>
      <p:sp>
        <p:nvSpPr>
          <p:cNvPr id="14" name="Shape 12"/>
          <p:cNvSpPr/>
          <p:nvPr/>
        </p:nvSpPr>
        <p:spPr>
          <a:xfrm>
            <a:off x="8178595" y="1412180"/>
            <a:ext cx="279393" cy="279400"/>
          </a:xfrm>
          <a:prstGeom prst="rect">
            <a:avLst/>
          </a:prstGeom>
          <a:solidFill>
            <a:srgbClr val="1F2937"/>
          </a:solidFill>
          <a:ln/>
        </p:spPr>
      </p:sp>
      <p:sp>
        <p:nvSpPr>
          <p:cNvPr id="15" name="Text 13"/>
          <p:cNvSpPr/>
          <p:nvPr/>
        </p:nvSpPr>
        <p:spPr>
          <a:xfrm>
            <a:off x="8229295" y="1472505"/>
            <a:ext cx="787480" cy="158750"/>
          </a:xfrm>
          <a:prstGeom prst="rect">
            <a:avLst/>
          </a:prstGeom>
          <a:noFill/>
          <a:ln/>
        </p:spPr>
        <p:txBody>
          <a:bodyPr wrap="none" lIns="0" tIns="0" rIns="0" bIns="0" rtlCol="0" anchor="t"/>
          <a:lstStyle/>
          <a:p>
            <a:pPr marL="0" indent="0" algn="l">
              <a:lnSpc>
                <a:spcPct val="83000"/>
              </a:lnSpc>
              <a:buNone/>
            </a:pPr>
            <a:r>
              <a:rPr lang="en-US" sz="1250" b="1" dirty="0">
                <a:solidFill>
                  <a:srgbClr val="FFFFFF"/>
                </a:solidFill>
                <a:latin typeface="Fira Sans Bold" pitchFamily="34" charset="0"/>
                <a:ea typeface="Fira Sans Bold" pitchFamily="34" charset="-122"/>
                <a:cs typeface="Fira Sans Bold" pitchFamily="34" charset="-120"/>
              </a:rPr>
              <a:t>03</a:t>
            </a:r>
            <a:endParaRPr lang="en-US" sz="1250" dirty="0"/>
          </a:p>
        </p:txBody>
      </p:sp>
      <p:sp>
        <p:nvSpPr>
          <p:cNvPr id="16" name="Shape 14"/>
          <p:cNvSpPr/>
          <p:nvPr/>
        </p:nvSpPr>
        <p:spPr>
          <a:xfrm>
            <a:off x="8178595" y="1777901"/>
            <a:ext cx="3555812" cy="19050"/>
          </a:xfrm>
          <a:prstGeom prst="rect">
            <a:avLst/>
          </a:prstGeom>
          <a:solidFill>
            <a:srgbClr val="F26B1D"/>
          </a:solidFill>
          <a:ln/>
        </p:spPr>
      </p:sp>
      <p:sp>
        <p:nvSpPr>
          <p:cNvPr id="17" name="Text 15"/>
          <p:cNvSpPr/>
          <p:nvPr/>
        </p:nvSpPr>
        <p:spPr>
          <a:xfrm>
            <a:off x="8178595" y="1926431"/>
            <a:ext cx="3555911" cy="321866"/>
          </a:xfrm>
          <a:prstGeom prst="rect">
            <a:avLst/>
          </a:prstGeom>
          <a:noFill/>
          <a:ln/>
        </p:spPr>
        <p:txBody>
          <a:bodyPr wrap="none" lIns="0" tIns="0" rIns="0" bIns="0" rtlCol="0" anchor="t"/>
          <a:lstStyle/>
          <a:p>
            <a:pPr marL="0" indent="0" algn="l">
              <a:lnSpc>
                <a:spcPct val="108000"/>
              </a:lnSpc>
              <a:buNone/>
            </a:pPr>
            <a:r>
              <a:rPr lang="en-US" sz="1950" dirty="0">
                <a:solidFill>
                  <a:srgbClr val="1F2937"/>
                </a:solidFill>
                <a:latin typeface="Fira Sans" pitchFamily="34" charset="0"/>
                <a:ea typeface="Fira Sans" pitchFamily="34" charset="-122"/>
                <a:cs typeface="Fira Sans" pitchFamily="34" charset="-120"/>
              </a:rPr>
              <a:t>Flag the unusual</a:t>
            </a:r>
            <a:endParaRPr lang="en-US" sz="1950" dirty="0"/>
          </a:p>
        </p:txBody>
      </p:sp>
      <p:sp>
        <p:nvSpPr>
          <p:cNvPr id="18" name="Text 16"/>
          <p:cNvSpPr/>
          <p:nvPr/>
        </p:nvSpPr>
        <p:spPr>
          <a:xfrm>
            <a:off x="8178595" y="2432447"/>
            <a:ext cx="3555911" cy="515541"/>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1F2937"/>
                </a:solidFill>
                <a:latin typeface="Fira Sans" pitchFamily="34" charset="0"/>
                <a:ea typeface="Fira Sans" pitchFamily="34" charset="-122"/>
                <a:cs typeface="Fira Sans" pitchFamily="34" charset="-120"/>
              </a:rPr>
              <a:t>IPs and ports outside the hotlist play as dissonant notes</a:t>
            </a:r>
            <a:endParaRPr lang="en-US" sz="1450" dirty="0"/>
          </a:p>
        </p:txBody>
      </p:sp>
      <p:sp>
        <p:nvSpPr>
          <p:cNvPr id="19" name="Text 17"/>
          <p:cNvSpPr/>
          <p:nvPr/>
        </p:nvSpPr>
        <p:spPr>
          <a:xfrm>
            <a:off x="457189" y="3354388"/>
            <a:ext cx="5334859" cy="321866"/>
          </a:xfrm>
          <a:prstGeom prst="rect">
            <a:avLst/>
          </a:prstGeom>
          <a:noFill/>
          <a:ln/>
        </p:spPr>
        <p:txBody>
          <a:bodyPr wrap="none" lIns="0" tIns="0" rIns="0" bIns="0" rtlCol="0" anchor="t"/>
          <a:lstStyle/>
          <a:p>
            <a:pPr marL="0" indent="0" algn="l">
              <a:lnSpc>
                <a:spcPct val="108000"/>
              </a:lnSpc>
              <a:buNone/>
            </a:pPr>
            <a:r>
              <a:rPr lang="en-US" sz="1950" dirty="0">
                <a:solidFill>
                  <a:srgbClr val="1F2937"/>
                </a:solidFill>
                <a:latin typeface="Fira Sans" pitchFamily="34" charset="0"/>
                <a:ea typeface="Fira Sans" pitchFamily="34" charset="-122"/>
                <a:cs typeface="Fira Sans" pitchFamily="34" charset="-120"/>
              </a:rPr>
              <a:t>Sound dimensions</a:t>
            </a:r>
            <a:endParaRPr lang="en-US" sz="1950" dirty="0"/>
          </a:p>
        </p:txBody>
      </p:sp>
      <p:sp>
        <p:nvSpPr>
          <p:cNvPr id="20" name="Text 18"/>
          <p:cNvSpPr/>
          <p:nvPr/>
        </p:nvSpPr>
        <p:spPr>
          <a:xfrm>
            <a:off x="457189" y="3860403"/>
            <a:ext cx="5334859" cy="1399381"/>
          </a:xfrm>
          <a:prstGeom prst="rect">
            <a:avLst/>
          </a:prstGeom>
          <a:noFill/>
          <a:ln/>
        </p:spPr>
        <p:txBody>
          <a:bodyPr wrap="square" lIns="0" tIns="0" rIns="0" bIns="0" rtlCol="0" anchor="t">
            <a:normAutofit/>
          </a:bodyPr>
          <a:lstStyle/>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Packet rate: tempo</a:t>
            </a:r>
            <a:endParaRPr lang="en-US" sz="1700" dirty="0"/>
          </a:p>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Packet size: note duration</a:t>
            </a:r>
            <a:endParaRPr lang="en-US" sz="1700" dirty="0"/>
          </a:p>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Incoming: left pan; outgoing: right pan</a:t>
            </a:r>
            <a:endParaRPr lang="en-US" sz="1700" dirty="0"/>
          </a:p>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Pitch: source IP low, dest IP mid, port high</a:t>
            </a:r>
            <a:endParaRPr lang="en-US" sz="1700" dirty="0"/>
          </a:p>
        </p:txBody>
      </p:sp>
      <p:sp>
        <p:nvSpPr>
          <p:cNvPr id="21" name="Text 19"/>
          <p:cNvSpPr/>
          <p:nvPr/>
        </p:nvSpPr>
        <p:spPr>
          <a:xfrm>
            <a:off x="6249236" y="3354388"/>
            <a:ext cx="5485271" cy="321866"/>
          </a:xfrm>
          <a:prstGeom prst="rect">
            <a:avLst/>
          </a:prstGeom>
          <a:noFill/>
          <a:ln/>
        </p:spPr>
        <p:txBody>
          <a:bodyPr wrap="none" lIns="0" tIns="0" rIns="0" bIns="0" rtlCol="0" anchor="t"/>
          <a:lstStyle/>
          <a:p>
            <a:pPr marL="0" indent="0" algn="l">
              <a:lnSpc>
                <a:spcPct val="108000"/>
              </a:lnSpc>
              <a:buNone/>
            </a:pPr>
            <a:r>
              <a:rPr lang="en-US" sz="1950" dirty="0">
                <a:solidFill>
                  <a:srgbClr val="1F2937"/>
                </a:solidFill>
                <a:latin typeface="Fira Sans" pitchFamily="34" charset="0"/>
                <a:ea typeface="Fira Sans" pitchFamily="34" charset="-122"/>
                <a:cs typeface="Fira Sans" pitchFamily="34" charset="-120"/>
              </a:rPr>
              <a:t>Instruments and hotlists</a:t>
            </a:r>
            <a:endParaRPr lang="en-US" sz="1950" dirty="0"/>
          </a:p>
        </p:txBody>
      </p:sp>
      <p:sp>
        <p:nvSpPr>
          <p:cNvPr id="22" name="Text 20"/>
          <p:cNvSpPr/>
          <p:nvPr/>
        </p:nvSpPr>
        <p:spPr>
          <a:xfrm>
            <a:off x="6249236" y="3860403"/>
            <a:ext cx="5485271" cy="1399381"/>
          </a:xfrm>
          <a:prstGeom prst="rect">
            <a:avLst/>
          </a:prstGeom>
          <a:noFill/>
          <a:ln/>
        </p:spPr>
        <p:txBody>
          <a:bodyPr wrap="square" lIns="0" tIns="0" rIns="0" bIns="0" rtlCol="0" anchor="t">
            <a:normAutofit/>
          </a:bodyPr>
          <a:lstStyle/>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HTTP: strings; TCP: clarinet; FTP: piano</a:t>
            </a:r>
            <a:endParaRPr lang="en-US" sz="1700" dirty="0"/>
          </a:p>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Hotlist: most commonly seen IPs and ports</a:t>
            </a:r>
            <a:endParaRPr lang="en-US" sz="1700" dirty="0"/>
          </a:p>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Common values: consonant notes</a:t>
            </a:r>
            <a:endParaRPr lang="en-US" sz="1700" dirty="0"/>
          </a:p>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Unusual values: dissonant notes</a:t>
            </a:r>
            <a:endParaRPr lang="en-US" sz="1700" dirty="0"/>
          </a:p>
        </p:txBody>
      </p:sp>
      <p:sp>
        <p:nvSpPr>
          <p:cNvPr id="23" name="Shape 21"/>
          <p:cNvSpPr/>
          <p:nvPr/>
        </p:nvSpPr>
        <p:spPr>
          <a:xfrm>
            <a:off x="6014292" y="3201988"/>
            <a:ext cx="12700" cy="3198813"/>
          </a:xfrm>
          <a:prstGeom prst="rect">
            <a:avLst/>
          </a:prstGeom>
          <a:solidFill>
            <a:srgbClr val="CBD3DE"/>
          </a:solidFill>
          <a:ln/>
        </p:spPr>
      </p:sp>
      <p:sp>
        <p:nvSpPr>
          <p:cNvPr id="24" name="Text 22"/>
          <p:cNvSpPr/>
          <p:nvPr/>
        </p:nvSpPr>
        <p:spPr>
          <a:xfrm>
            <a:off x="11913691" y="6531570"/>
            <a:ext cx="278004" cy="195560"/>
          </a:xfrm>
          <a:prstGeom prst="rect">
            <a:avLst/>
          </a:prstGeom>
          <a:noFill/>
          <a:ln/>
        </p:spPr>
        <p:txBody>
          <a:bodyPr wrap="none" lIns="0" tIns="0" rIns="0" bIns="0" rtlCol="0" anchor="ctr"/>
          <a:lstStyle/>
          <a:p>
            <a:pPr marL="0" indent="0" algn="l">
              <a:lnSpc>
                <a:spcPct val="117000"/>
              </a:lnSpc>
              <a:buNone/>
            </a:pPr>
            <a:r>
              <a:rPr lang="en-US" sz="1100" dirty="0">
                <a:solidFill>
                  <a:srgbClr val="1F2937"/>
                </a:solidFill>
                <a:latin typeface="Fira Sans" pitchFamily="34" charset="0"/>
                <a:ea typeface="Fira Sans" pitchFamily="34" charset="-122"/>
                <a:cs typeface="Fira Sans"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189" y="457200"/>
            <a:ext cx="11734506" cy="190500"/>
          </a:xfrm>
          <a:prstGeom prst="rect">
            <a:avLst/>
          </a:prstGeom>
          <a:noFill/>
          <a:ln/>
        </p:spPr>
        <p:txBody>
          <a:bodyPr wrap="none" lIns="0" tIns="0" rIns="0" bIns="0" rtlCol="0" anchor="t"/>
          <a:lstStyle/>
          <a:p>
            <a:pPr marL="0" indent="0" algn="l">
              <a:lnSpc>
                <a:spcPct val="100000"/>
              </a:lnSpc>
              <a:buNone/>
            </a:pPr>
            <a:r>
              <a:rPr lang="en-US" sz="1250" kern="100" spc="25" dirty="0">
                <a:solidFill>
                  <a:srgbClr val="B94A0A"/>
                </a:solidFill>
                <a:latin typeface="Fira Mono Medium" pitchFamily="34" charset="0"/>
                <a:ea typeface="Fira Mono Medium" pitchFamily="34" charset="-122"/>
                <a:cs typeface="Fira Mono Medium" pitchFamily="34" charset="-120"/>
              </a:rPr>
              <a:t>Speaker 2</a:t>
            </a:r>
            <a:endParaRPr lang="en-US" sz="1250" dirty="0"/>
          </a:p>
        </p:txBody>
      </p:sp>
      <p:sp>
        <p:nvSpPr>
          <p:cNvPr id="3" name="Text 1"/>
          <p:cNvSpPr/>
          <p:nvPr/>
        </p:nvSpPr>
        <p:spPr>
          <a:xfrm>
            <a:off x="457189" y="749300"/>
            <a:ext cx="11277318" cy="408880"/>
          </a:xfrm>
          <a:prstGeom prst="rect">
            <a:avLst/>
          </a:prstGeom>
          <a:noFill/>
          <a:ln/>
        </p:spPr>
        <p:txBody>
          <a:bodyPr wrap="none" lIns="0" tIns="0" rIns="0" bIns="0" rtlCol="0" anchor="t"/>
          <a:lstStyle/>
          <a:p>
            <a:pPr marL="0" indent="0" algn="l">
              <a:lnSpc>
                <a:spcPct val="96000"/>
              </a:lnSpc>
              <a:buNone/>
            </a:pPr>
            <a:r>
              <a:rPr lang="en-US" sz="2800" kern="100" spc="-28" dirty="0">
                <a:solidFill>
                  <a:srgbClr val="1F2937"/>
                </a:solidFill>
                <a:latin typeface="Fira Sans SemiBold" pitchFamily="34" charset="0"/>
                <a:ea typeface="Fira Sans SemiBold" pitchFamily="34" charset="-122"/>
                <a:cs typeface="Fira Sans SemiBold" pitchFamily="34" charset="-120"/>
              </a:rPr>
              <a:t>Experiment: hearing four attacks</a:t>
            </a:r>
            <a:endParaRPr lang="en-US" sz="2800" dirty="0"/>
          </a:p>
        </p:txBody>
      </p:sp>
      <p:sp>
        <p:nvSpPr>
          <p:cNvPr id="4" name="Shape 2"/>
          <p:cNvSpPr/>
          <p:nvPr/>
        </p:nvSpPr>
        <p:spPr>
          <a:xfrm>
            <a:off x="457189" y="1412180"/>
            <a:ext cx="3606710" cy="2397522"/>
          </a:xfrm>
          <a:prstGeom prst="rect">
            <a:avLst/>
          </a:prstGeom>
          <a:solidFill>
            <a:srgbClr val="2B3544"/>
          </a:solidFill>
          <a:ln/>
        </p:spPr>
      </p:sp>
      <p:sp>
        <p:nvSpPr>
          <p:cNvPr id="30" name="Text Stat"/>
          <p:cNvSpPr/>
          <p:nvPr/>
        </p:nvSpPr>
        <p:spPr>
          <a:xfrm>
            <a:off x="711182" y="1600000"/>
            <a:ext cx="3098722" cy="520000"/>
          </a:xfrm>
          <a:prstGeom prst="rect">
            <a:avLst/>
          </a:prstGeom>
          <a:noFill/>
          <a:ln/>
        </p:spPr>
        <p:txBody>
          <a:bodyPr wrap="square" lIns="0" tIns="0" rIns="0" bIns="0" rtlCol="0" anchor="t"/>
          <a:lstStyle/>
          <a:p>
            <a:pPr marL="0" indent="0" algn="l">
              <a:lnSpc>
                <a:spcPct val="100000"/>
              </a:lnSpc>
              <a:buNone/>
            </a:pPr>
            <a:r>
              <a:rPr lang="en-US" sz="4000" dirty="0">
                <a:solidFill>
                  <a:srgbClr val="FFFFFF"/>
                </a:solidFill>
                <a:latin typeface="Fira Sans SemiBold" pitchFamily="34" charset="0"/>
                <a:ea typeface="Fira Sans SemiBold" pitchFamily="34" charset="-122"/>
                <a:cs typeface="Fira Sans SemiBold" pitchFamily="34" charset="-120"/>
              </a:rPr>
              <a:t>4,500</a:t>
            </a:r>
            <a:endParaRPr lang="en-US" sz="4000" dirty="0"/>
          </a:p>
        </p:txBody>
      </p:sp>
      <p:sp>
        <p:nvSpPr>
          <p:cNvPr id="6" name="Text 3"/>
          <p:cNvSpPr/>
          <p:nvPr/>
        </p:nvSpPr>
        <p:spPr>
          <a:xfrm>
            <a:off x="711182" y="2168029"/>
            <a:ext cx="3098722" cy="90666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FFFFFF"/>
                </a:solidFill>
                <a:latin typeface="Fira Sans" pitchFamily="34" charset="0"/>
                <a:ea typeface="Fira Sans" pitchFamily="34" charset="-122"/>
                <a:cs typeface="Fira Sans" pitchFamily="34" charset="-120"/>
              </a:rPr>
              <a:t>packets per second of synthetic background traffic, handled by packet sampling</a:t>
            </a:r>
            <a:endParaRPr lang="en-US" sz="1700" dirty="0"/>
          </a:p>
        </p:txBody>
      </p:sp>
      <p:sp>
        <p:nvSpPr>
          <p:cNvPr id="7" name="Text 4"/>
          <p:cNvSpPr/>
          <p:nvPr/>
        </p:nvSpPr>
        <p:spPr>
          <a:xfrm>
            <a:off x="4521087" y="1640780"/>
            <a:ext cx="7213420" cy="1940322"/>
          </a:xfrm>
          <a:prstGeom prst="rect">
            <a:avLst/>
          </a:prstGeom>
          <a:noFill/>
          <a:ln/>
        </p:spPr>
        <p:txBody>
          <a:bodyPr wrap="square" lIns="0" tIns="0" rIns="0" bIns="0" rtlCol="0" anchor="t">
            <a:normAutofit/>
          </a:bodyPr>
          <a:lstStyle/>
          <a:p>
            <a:pPr marL="345440" indent="-345440" algn="l">
              <a:lnSpc>
                <a:spcPct val="117000"/>
              </a:lnSpc>
              <a:buSzPct val="100000"/>
              <a:buFont typeface="+mj-lt"/>
              <a:buAutoNum type="arabicPeriod"/>
            </a:pPr>
            <a:r>
              <a:rPr lang="en-US" sz="1700" b="1" dirty="0">
                <a:solidFill>
                  <a:srgbClr val="1F2937"/>
                </a:solidFill>
                <a:latin typeface="Fira Sans Bold" pitchFamily="34" charset="0"/>
                <a:ea typeface="Fira Sans Bold" pitchFamily="34" charset="-122"/>
                <a:cs typeface="Fira Sans Bold" pitchFamily="34" charset="-120"/>
              </a:rPr>
              <a:t>DDoS:</a:t>
            </a:r>
            <a:r>
              <a:rPr lang="en-US" sz="1700" dirty="0">
                <a:solidFill>
                  <a:srgbClr val="1F2937"/>
                </a:solidFill>
                <a:latin typeface="Fira Sans" pitchFamily="34" charset="0"/>
                <a:ea typeface="Fira Sans" pitchFamily="34" charset="-122"/>
                <a:cs typeface="Fira Sans" pitchFamily="34" charset="-120"/>
              </a:rPr>
              <a:t xml:space="preserve"> SYN flood heard as dissonant low-pitch clarinet notes from unusual sources</a:t>
            </a:r>
            <a:endParaRPr lang="en-US" sz="1700" dirty="0"/>
          </a:p>
          <a:p>
            <a:pPr marL="345440" indent="-345440" algn="l">
              <a:lnSpc>
                <a:spcPct val="117000"/>
              </a:lnSpc>
              <a:buSzPct val="100000"/>
              <a:buFont typeface="+mj-lt"/>
              <a:buAutoNum type="arabicPeriod" startAt="2"/>
            </a:pPr>
            <a:r>
              <a:rPr lang="en-US" sz="1700" b="1" dirty="0">
                <a:solidFill>
                  <a:srgbClr val="1F2937"/>
                </a:solidFill>
                <a:latin typeface="Fira Sans Bold" pitchFamily="34" charset="0"/>
                <a:ea typeface="Fira Sans Bold" pitchFamily="34" charset="-122"/>
                <a:cs typeface="Fira Sans Bold" pitchFamily="34" charset="-120"/>
              </a:rPr>
              <a:t>Port scan:</a:t>
            </a:r>
            <a:r>
              <a:rPr lang="en-US" sz="1700" dirty="0">
                <a:solidFill>
                  <a:srgbClr val="1F2937"/>
                </a:solidFill>
                <a:latin typeface="Fira Sans" pitchFamily="34" charset="0"/>
                <a:ea typeface="Fira Sans" pitchFamily="34" charset="-122"/>
                <a:cs typeface="Fira Sans" pitchFamily="34" charset="-120"/>
              </a:rPr>
              <a:t xml:space="preserve"> Unusual destination ports heard as dissonant high-pitch notes</a:t>
            </a:r>
            <a:endParaRPr lang="en-US" sz="1700" dirty="0"/>
          </a:p>
          <a:p>
            <a:pPr marL="345440" indent="-345440" algn="l">
              <a:lnSpc>
                <a:spcPct val="117000"/>
              </a:lnSpc>
              <a:buSzPct val="100000"/>
              <a:buFont typeface="+mj-lt"/>
              <a:buAutoNum type="arabicPeriod" startAt="3"/>
            </a:pPr>
            <a:r>
              <a:rPr lang="en-US" sz="1700" b="1" dirty="0">
                <a:solidFill>
                  <a:srgbClr val="1F2937"/>
                </a:solidFill>
                <a:latin typeface="Fira Sans Bold" pitchFamily="34" charset="0"/>
                <a:ea typeface="Fira Sans Bold" pitchFamily="34" charset="-122"/>
                <a:cs typeface="Fira Sans Bold" pitchFamily="34" charset="-120"/>
              </a:rPr>
              <a:t>Exfiltration:</a:t>
            </a:r>
            <a:r>
              <a:rPr lang="en-US" sz="1700" dirty="0">
                <a:solidFill>
                  <a:srgbClr val="1F2937"/>
                </a:solidFill>
                <a:latin typeface="Fira Sans" pitchFamily="34" charset="0"/>
                <a:ea typeface="Fira Sans" pitchFamily="34" charset="-122"/>
                <a:cs typeface="Fira Sans" pitchFamily="34" charset="-120"/>
              </a:rPr>
              <a:t xml:space="preserve"> FTP piano notes panned right, sent to an unusual destination IP</a:t>
            </a:r>
            <a:endParaRPr lang="en-US" sz="1700" dirty="0"/>
          </a:p>
        </p:txBody>
      </p:sp>
      <p:sp>
        <p:nvSpPr>
          <p:cNvPr id="8" name="Text 5"/>
          <p:cNvSpPr/>
          <p:nvPr/>
        </p:nvSpPr>
        <p:spPr>
          <a:xfrm>
            <a:off x="457189" y="4139902"/>
            <a:ext cx="5410065" cy="321866"/>
          </a:xfrm>
          <a:prstGeom prst="rect">
            <a:avLst/>
          </a:prstGeom>
          <a:noFill/>
          <a:ln/>
        </p:spPr>
        <p:txBody>
          <a:bodyPr wrap="none" lIns="0" tIns="0" rIns="0" bIns="0" rtlCol="0" anchor="t"/>
          <a:lstStyle/>
          <a:p>
            <a:pPr marL="0" indent="0" algn="l">
              <a:lnSpc>
                <a:spcPct val="108000"/>
              </a:lnSpc>
              <a:buNone/>
            </a:pPr>
            <a:r>
              <a:rPr lang="en-US" sz="1950" dirty="0">
                <a:solidFill>
                  <a:srgbClr val="1F2937"/>
                </a:solidFill>
                <a:latin typeface="Fira Sans" pitchFamily="34" charset="0"/>
                <a:ea typeface="Fira Sans" pitchFamily="34" charset="-122"/>
                <a:cs typeface="Fira Sans" pitchFamily="34" charset="-120"/>
              </a:rPr>
              <a:t>Study design</a:t>
            </a:r>
            <a:endParaRPr lang="en-US" sz="1950" dirty="0"/>
          </a:p>
        </p:txBody>
      </p:sp>
      <p:sp>
        <p:nvSpPr>
          <p:cNvPr id="9" name="Text 6"/>
          <p:cNvSpPr/>
          <p:nvPr/>
        </p:nvSpPr>
        <p:spPr>
          <a:xfrm>
            <a:off x="457189" y="4645918"/>
            <a:ext cx="5410065" cy="1033661"/>
          </a:xfrm>
          <a:prstGeom prst="rect">
            <a:avLst/>
          </a:prstGeom>
          <a:noFill/>
          <a:ln/>
        </p:spPr>
        <p:txBody>
          <a:bodyPr wrap="square" lIns="0" tIns="0" rIns="0" bIns="0" rtlCol="0" anchor="t">
            <a:normAutofit/>
          </a:bodyPr>
          <a:lstStyle/>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30 CS and cybersecurity researchers</a:t>
            </a:r>
            <a:endParaRPr lang="en-US" sz="1700" dirty="0"/>
          </a:p>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Attack order randomised per listener</a:t>
            </a:r>
            <a:endParaRPr lang="en-US" sz="1700" dirty="0"/>
          </a:p>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Tested before and after training</a:t>
            </a:r>
            <a:endParaRPr lang="en-US" sz="1700" dirty="0"/>
          </a:p>
        </p:txBody>
      </p:sp>
      <p:sp>
        <p:nvSpPr>
          <p:cNvPr id="10" name="Text 7"/>
          <p:cNvSpPr/>
          <p:nvPr/>
        </p:nvSpPr>
        <p:spPr>
          <a:xfrm>
            <a:off x="6324442" y="4139902"/>
            <a:ext cx="5410065" cy="321866"/>
          </a:xfrm>
          <a:prstGeom prst="rect">
            <a:avLst/>
          </a:prstGeom>
          <a:noFill/>
          <a:ln/>
        </p:spPr>
        <p:txBody>
          <a:bodyPr wrap="none" lIns="0" tIns="0" rIns="0" bIns="0" rtlCol="0" anchor="t"/>
          <a:lstStyle/>
          <a:p>
            <a:pPr marL="0" indent="0" algn="l">
              <a:lnSpc>
                <a:spcPct val="108000"/>
              </a:lnSpc>
              <a:buNone/>
            </a:pPr>
            <a:r>
              <a:rPr lang="en-US" sz="1950" dirty="0">
                <a:solidFill>
                  <a:srgbClr val="1F2937"/>
                </a:solidFill>
                <a:latin typeface="Fira Sans" pitchFamily="34" charset="0"/>
                <a:ea typeface="Fira Sans" pitchFamily="34" charset="-122"/>
                <a:cs typeface="Fira Sans" pitchFamily="34" charset="-120"/>
              </a:rPr>
              <a:t>The fourth attack: silence</a:t>
            </a:r>
            <a:endParaRPr lang="en-US" sz="1950" dirty="0"/>
          </a:p>
        </p:txBody>
      </p:sp>
      <p:sp>
        <p:nvSpPr>
          <p:cNvPr id="11" name="Text 8"/>
          <p:cNvSpPr/>
          <p:nvPr/>
        </p:nvSpPr>
        <p:spPr>
          <a:xfrm>
            <a:off x="6324442" y="4645918"/>
            <a:ext cx="5410065" cy="1033661"/>
          </a:xfrm>
          <a:prstGeom prst="rect">
            <a:avLst/>
          </a:prstGeom>
          <a:noFill/>
          <a:ln/>
        </p:spPr>
        <p:txBody>
          <a:bodyPr wrap="square" lIns="0" tIns="0" rIns="0" bIns="0" rtlCol="0" anchor="t">
            <a:normAutofit/>
          </a:bodyPr>
          <a:lstStyle/>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Connectivity loss fades the sound out</a:t>
            </a:r>
            <a:endParaRPr lang="en-US" sz="1700" dirty="0"/>
          </a:p>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Slowest to detect: 6.4 s on average</a:t>
            </a:r>
            <a:endParaRPr lang="en-US" sz="1700" dirty="0"/>
          </a:p>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Some listeners thought the test had ended</a:t>
            </a:r>
            <a:endParaRPr lang="en-US" sz="1700" dirty="0"/>
          </a:p>
        </p:txBody>
      </p:sp>
      <p:sp>
        <p:nvSpPr>
          <p:cNvPr id="12" name="Shape 9"/>
          <p:cNvSpPr/>
          <p:nvPr/>
        </p:nvSpPr>
        <p:spPr>
          <a:xfrm>
            <a:off x="6089498" y="4038302"/>
            <a:ext cx="12700" cy="2362498"/>
          </a:xfrm>
          <a:prstGeom prst="rect">
            <a:avLst/>
          </a:prstGeom>
          <a:solidFill>
            <a:srgbClr val="CBD3DE"/>
          </a:solidFill>
          <a:ln/>
        </p:spPr>
      </p:sp>
      <p:sp>
        <p:nvSpPr>
          <p:cNvPr id="13" name="Text 10"/>
          <p:cNvSpPr/>
          <p:nvPr/>
        </p:nvSpPr>
        <p:spPr>
          <a:xfrm>
            <a:off x="11913691" y="6531570"/>
            <a:ext cx="278004" cy="195560"/>
          </a:xfrm>
          <a:prstGeom prst="rect">
            <a:avLst/>
          </a:prstGeom>
          <a:noFill/>
          <a:ln/>
        </p:spPr>
        <p:txBody>
          <a:bodyPr wrap="none" lIns="0" tIns="0" rIns="0" bIns="0" rtlCol="0" anchor="ctr"/>
          <a:lstStyle/>
          <a:p>
            <a:pPr marL="0" indent="0" algn="l">
              <a:lnSpc>
                <a:spcPct val="117000"/>
              </a:lnSpc>
              <a:buNone/>
            </a:pPr>
            <a:r>
              <a:rPr lang="en-US" sz="1100" dirty="0">
                <a:solidFill>
                  <a:srgbClr val="1F2937"/>
                </a:solidFill>
                <a:latin typeface="Fira Sans" pitchFamily="34" charset="0"/>
                <a:ea typeface="Fira Sans" pitchFamily="34" charset="-122"/>
                <a:cs typeface="Fira Sans"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189" y="457200"/>
            <a:ext cx="11734506" cy="190500"/>
          </a:xfrm>
          <a:prstGeom prst="rect">
            <a:avLst/>
          </a:prstGeom>
          <a:noFill/>
          <a:ln/>
        </p:spPr>
        <p:txBody>
          <a:bodyPr wrap="none" lIns="0" tIns="0" rIns="0" bIns="0" rtlCol="0" anchor="t"/>
          <a:lstStyle/>
          <a:p>
            <a:pPr marL="0" indent="0" algn="l">
              <a:lnSpc>
                <a:spcPct val="100000"/>
              </a:lnSpc>
              <a:buNone/>
            </a:pPr>
            <a:r>
              <a:rPr lang="en-US" sz="1250" kern="100" spc="25" dirty="0">
                <a:solidFill>
                  <a:srgbClr val="B94A0A"/>
                </a:solidFill>
                <a:latin typeface="Fira Mono Medium" pitchFamily="34" charset="0"/>
                <a:ea typeface="Fira Mono Medium" pitchFamily="34" charset="-122"/>
                <a:cs typeface="Fira Mono Medium" pitchFamily="34" charset="-120"/>
              </a:rPr>
              <a:t>Speaker 2</a:t>
            </a:r>
            <a:endParaRPr lang="en-US" sz="1250" dirty="0"/>
          </a:p>
        </p:txBody>
      </p:sp>
      <p:sp>
        <p:nvSpPr>
          <p:cNvPr id="3" name="Text 1"/>
          <p:cNvSpPr/>
          <p:nvPr/>
        </p:nvSpPr>
        <p:spPr>
          <a:xfrm>
            <a:off x="457189" y="749300"/>
            <a:ext cx="11277318" cy="408880"/>
          </a:xfrm>
          <a:prstGeom prst="rect">
            <a:avLst/>
          </a:prstGeom>
          <a:noFill/>
          <a:ln/>
        </p:spPr>
        <p:txBody>
          <a:bodyPr wrap="none" lIns="0" tIns="0" rIns="0" bIns="0" rtlCol="0" anchor="t"/>
          <a:lstStyle/>
          <a:p>
            <a:pPr marL="0" indent="0" algn="l">
              <a:lnSpc>
                <a:spcPct val="96000"/>
              </a:lnSpc>
              <a:buNone/>
            </a:pPr>
            <a:r>
              <a:rPr lang="en-US" sz="2800" kern="100" spc="-28" dirty="0">
                <a:solidFill>
                  <a:srgbClr val="1F2937"/>
                </a:solidFill>
                <a:latin typeface="Fira Sans SemiBold" pitchFamily="34" charset="0"/>
                <a:ea typeface="Fira Sans SemiBold" pitchFamily="34" charset="-122"/>
                <a:cs typeface="Fira Sans SemiBold" pitchFamily="34" charset="-120"/>
              </a:rPr>
              <a:t>Results: detection and identification</a:t>
            </a:r>
            <a:endParaRPr lang="en-US" sz="2800" dirty="0"/>
          </a:p>
        </p:txBody>
      </p:sp>
      <p:sp>
        <p:nvSpPr>
          <p:cNvPr id="4" name="Shape 2"/>
          <p:cNvSpPr/>
          <p:nvPr/>
        </p:nvSpPr>
        <p:spPr>
          <a:xfrm>
            <a:off x="457189" y="1412180"/>
            <a:ext cx="3555911" cy="4988620"/>
          </a:xfrm>
          <a:prstGeom prst="roundRect">
            <a:avLst>
              <a:gd name="adj" fmla="val 321"/>
            </a:avLst>
          </a:prstGeom>
          <a:noFill/>
          <a:ln w="25399">
            <a:solidFill>
              <a:srgbClr val="D8D4D4"/>
            </a:solidFill>
            <a:prstDash val="solid"/>
          </a:ln>
        </p:spPr>
      </p:sp>
      <p:sp>
        <p:nvSpPr>
          <p:cNvPr id="5" name="Text 3"/>
          <p:cNvSpPr/>
          <p:nvPr/>
        </p:nvSpPr>
        <p:spPr>
          <a:xfrm>
            <a:off x="711182" y="1666180"/>
            <a:ext cx="3301917" cy="206375"/>
          </a:xfrm>
          <a:prstGeom prst="rect">
            <a:avLst/>
          </a:prstGeom>
          <a:noFill/>
          <a:ln/>
        </p:spPr>
        <p:txBody>
          <a:bodyPr wrap="none" lIns="0" tIns="0" rIns="0" bIns="0" rtlCol="0" anchor="t"/>
          <a:lstStyle/>
          <a:p>
            <a:pPr marL="0" indent="0" algn="l">
              <a:lnSpc>
                <a:spcPct val="108000"/>
              </a:lnSpc>
              <a:buNone/>
            </a:pPr>
            <a:r>
              <a:rPr lang="en-US" sz="1250" kern="100" spc="25" dirty="0">
                <a:solidFill>
                  <a:srgbClr val="5B6577"/>
                </a:solidFill>
                <a:latin typeface="Fira Mono" pitchFamily="34" charset="0"/>
                <a:ea typeface="Fira Mono" pitchFamily="34" charset="-122"/>
                <a:cs typeface="Fira Mono" pitchFamily="34" charset="-120"/>
              </a:rPr>
              <a:t>Accuracy</a:t>
            </a:r>
            <a:endParaRPr lang="en-US" sz="1250" dirty="0"/>
          </a:p>
        </p:txBody>
      </p:sp>
      <p:sp>
        <p:nvSpPr>
          <p:cNvPr id="6" name="Text 4"/>
          <p:cNvSpPr/>
          <p:nvPr/>
        </p:nvSpPr>
        <p:spPr>
          <a:xfrm>
            <a:off x="711182" y="2101155"/>
            <a:ext cx="3047924" cy="321866"/>
          </a:xfrm>
          <a:prstGeom prst="rect">
            <a:avLst/>
          </a:prstGeom>
          <a:noFill/>
          <a:ln/>
        </p:spPr>
        <p:txBody>
          <a:bodyPr wrap="none" lIns="0" tIns="0" rIns="0" bIns="0" rtlCol="0" anchor="t"/>
          <a:lstStyle/>
          <a:p>
            <a:pPr marL="0" indent="0" algn="l">
              <a:lnSpc>
                <a:spcPct val="108000"/>
              </a:lnSpc>
              <a:buNone/>
            </a:pPr>
            <a:r>
              <a:rPr lang="en-US" sz="1950" dirty="0">
                <a:solidFill>
                  <a:srgbClr val="1F2937"/>
                </a:solidFill>
                <a:latin typeface="Fira Sans" pitchFamily="34" charset="0"/>
                <a:ea typeface="Fira Sans" pitchFamily="34" charset="-122"/>
                <a:cs typeface="Fira Sans" pitchFamily="34" charset="-120"/>
              </a:rPr>
              <a:t>Accurate detection</a:t>
            </a:r>
            <a:endParaRPr lang="en-US" sz="1950" dirty="0"/>
          </a:p>
        </p:txBody>
      </p:sp>
      <p:sp>
        <p:nvSpPr>
          <p:cNvPr id="7" name="Text 5"/>
          <p:cNvSpPr/>
          <p:nvPr/>
        </p:nvSpPr>
        <p:spPr>
          <a:xfrm>
            <a:off x="711182" y="2607171"/>
            <a:ext cx="3047924" cy="2306042"/>
          </a:xfrm>
          <a:prstGeom prst="rect">
            <a:avLst/>
          </a:prstGeom>
          <a:noFill/>
          <a:ln/>
        </p:spPr>
        <p:txBody>
          <a:bodyPr wrap="square" lIns="0" tIns="0" rIns="0" bIns="0" rtlCol="0" anchor="t">
            <a:normAutofit/>
          </a:bodyPr>
          <a:lstStyle/>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F-score above 0.9 after training</a:t>
            </a:r>
            <a:endParaRPr lang="en-US" sz="1700" dirty="0"/>
          </a:p>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Recall of 1.0: no attack missed</a:t>
            </a:r>
            <a:endParaRPr lang="en-US" sz="1700" dirty="0"/>
          </a:p>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Precision about 0.85</a:t>
            </a:r>
            <a:endParaRPr lang="en-US" sz="1700" dirty="0"/>
          </a:p>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Pre-training F-score about 0.75</a:t>
            </a:r>
            <a:endParaRPr lang="en-US" sz="1700" dirty="0"/>
          </a:p>
        </p:txBody>
      </p:sp>
      <p:sp>
        <p:nvSpPr>
          <p:cNvPr id="8" name="Shape 6"/>
          <p:cNvSpPr/>
          <p:nvPr/>
        </p:nvSpPr>
        <p:spPr>
          <a:xfrm>
            <a:off x="4317892" y="1412180"/>
            <a:ext cx="3555911" cy="4988620"/>
          </a:xfrm>
          <a:prstGeom prst="rect">
            <a:avLst/>
          </a:prstGeom>
          <a:solidFill>
            <a:srgbClr val="2B3544"/>
          </a:solidFill>
          <a:ln/>
        </p:spPr>
      </p:sp>
      <p:sp>
        <p:nvSpPr>
          <p:cNvPr id="9" name="Text 7"/>
          <p:cNvSpPr/>
          <p:nvPr/>
        </p:nvSpPr>
        <p:spPr>
          <a:xfrm>
            <a:off x="4546486" y="1640780"/>
            <a:ext cx="3327317" cy="206375"/>
          </a:xfrm>
          <a:prstGeom prst="rect">
            <a:avLst/>
          </a:prstGeom>
          <a:noFill/>
          <a:ln/>
        </p:spPr>
        <p:txBody>
          <a:bodyPr wrap="none" lIns="0" tIns="0" rIns="0" bIns="0" rtlCol="0" anchor="t"/>
          <a:lstStyle/>
          <a:p>
            <a:pPr marL="0" indent="0" algn="l">
              <a:lnSpc>
                <a:spcPct val="108000"/>
              </a:lnSpc>
              <a:buNone/>
            </a:pPr>
            <a:r>
              <a:rPr lang="en-US" sz="1250" kern="100" spc="25" dirty="0">
                <a:solidFill>
                  <a:srgbClr val="FFFFFF"/>
                </a:solidFill>
                <a:latin typeface="Fira Mono" pitchFamily="34" charset="0"/>
                <a:ea typeface="Fira Mono" pitchFamily="34" charset="-122"/>
                <a:cs typeface="Fira Mono" pitchFamily="34" charset="-120"/>
              </a:rPr>
              <a:t>Speed</a:t>
            </a:r>
            <a:endParaRPr lang="en-US" sz="1250" dirty="0"/>
          </a:p>
        </p:txBody>
      </p:sp>
      <p:sp>
        <p:nvSpPr>
          <p:cNvPr id="10" name="Text 8"/>
          <p:cNvSpPr/>
          <p:nvPr/>
        </p:nvSpPr>
        <p:spPr>
          <a:xfrm>
            <a:off x="4546486" y="2075755"/>
            <a:ext cx="3098722" cy="321866"/>
          </a:xfrm>
          <a:prstGeom prst="rect">
            <a:avLst/>
          </a:prstGeom>
          <a:noFill/>
          <a:ln/>
        </p:spPr>
        <p:txBody>
          <a:bodyPr wrap="none" lIns="0" tIns="0" rIns="0" bIns="0" rtlCol="0" anchor="t"/>
          <a:lstStyle/>
          <a:p>
            <a:pPr marL="0" indent="0" algn="l">
              <a:lnSpc>
                <a:spcPct val="108000"/>
              </a:lnSpc>
              <a:buNone/>
            </a:pPr>
            <a:r>
              <a:rPr lang="en-US" sz="1950" dirty="0">
                <a:solidFill>
                  <a:srgbClr val="FFFFFF"/>
                </a:solidFill>
                <a:latin typeface="Fira Sans" pitchFamily="34" charset="0"/>
                <a:ea typeface="Fira Sans" pitchFamily="34" charset="-122"/>
                <a:cs typeface="Fira Sans" pitchFamily="34" charset="-120"/>
              </a:rPr>
              <a:t>Quick detection</a:t>
            </a:r>
            <a:endParaRPr lang="en-US" sz="1950" dirty="0"/>
          </a:p>
        </p:txBody>
      </p:sp>
      <p:sp>
        <p:nvSpPr>
          <p:cNvPr id="11" name="Text 9"/>
          <p:cNvSpPr/>
          <p:nvPr/>
        </p:nvSpPr>
        <p:spPr>
          <a:xfrm>
            <a:off x="4546486" y="2581771"/>
            <a:ext cx="3098722" cy="2003822"/>
          </a:xfrm>
          <a:prstGeom prst="rect">
            <a:avLst/>
          </a:prstGeom>
          <a:noFill/>
          <a:ln/>
        </p:spPr>
        <p:txBody>
          <a:bodyPr wrap="square" lIns="0" tIns="0" rIns="0" bIns="0" rtlCol="0" anchor="t">
            <a:normAutofit/>
          </a:bodyPr>
          <a:lstStyle/>
          <a:p>
            <a:pPr marL="345440" indent="-345440" algn="l">
              <a:lnSpc>
                <a:spcPct val="117000"/>
              </a:lnSpc>
              <a:buSzPct val="100000"/>
              <a:buChar char="•"/>
            </a:pPr>
            <a:r>
              <a:rPr lang="en-US" sz="1700" dirty="0">
                <a:solidFill>
                  <a:srgbClr val="FFFFFF"/>
                </a:solidFill>
                <a:latin typeface="Fira Sans" pitchFamily="34" charset="0"/>
                <a:ea typeface="Fira Sans" pitchFamily="34" charset="-122"/>
                <a:cs typeface="Fira Sans" pitchFamily="34" charset="-120"/>
              </a:rPr>
              <a:t>DDoS: 2.4 s on average</a:t>
            </a:r>
            <a:endParaRPr lang="en-US" sz="1700" dirty="0"/>
          </a:p>
          <a:p>
            <a:pPr marL="345440" indent="-345440" algn="l">
              <a:lnSpc>
                <a:spcPct val="117000"/>
              </a:lnSpc>
              <a:buSzPct val="100000"/>
              <a:buChar char="•"/>
            </a:pPr>
            <a:r>
              <a:rPr lang="en-US" sz="1700" dirty="0">
                <a:solidFill>
                  <a:srgbClr val="FFFFFF"/>
                </a:solidFill>
                <a:latin typeface="Fira Sans" pitchFamily="34" charset="0"/>
                <a:ea typeface="Fira Sans" pitchFamily="34" charset="-122"/>
                <a:cs typeface="Fira Sans" pitchFamily="34" charset="-120"/>
              </a:rPr>
              <a:t>Port scan: 2.7 s</a:t>
            </a:r>
            <a:endParaRPr lang="en-US" sz="1700" dirty="0"/>
          </a:p>
          <a:p>
            <a:pPr marL="345440" indent="-345440" algn="l">
              <a:lnSpc>
                <a:spcPct val="117000"/>
              </a:lnSpc>
              <a:buSzPct val="100000"/>
              <a:buChar char="•"/>
            </a:pPr>
            <a:r>
              <a:rPr lang="en-US" sz="1700" dirty="0">
                <a:solidFill>
                  <a:srgbClr val="FFFFFF"/>
                </a:solidFill>
                <a:latin typeface="Fira Sans" pitchFamily="34" charset="0"/>
                <a:ea typeface="Fira Sans" pitchFamily="34" charset="-122"/>
                <a:cs typeface="Fira Sans" pitchFamily="34" charset="-120"/>
              </a:rPr>
              <a:t>Data exfiltration: 3.0 s</a:t>
            </a:r>
            <a:endParaRPr lang="en-US" sz="1700" dirty="0"/>
          </a:p>
          <a:p>
            <a:pPr marL="345440" indent="-345440" algn="l">
              <a:lnSpc>
                <a:spcPct val="117000"/>
              </a:lnSpc>
              <a:buSzPct val="100000"/>
              <a:buChar char="•"/>
            </a:pPr>
            <a:r>
              <a:rPr lang="en-US" sz="1700" dirty="0">
                <a:solidFill>
                  <a:srgbClr val="FFFFFF"/>
                </a:solidFill>
                <a:latin typeface="Fira Sans" pitchFamily="34" charset="0"/>
                <a:ea typeface="Fira Sans" pitchFamily="34" charset="-122"/>
                <a:cs typeface="Fira Sans" pitchFamily="34" charset="-120"/>
              </a:rPr>
              <a:t>Connectivity loss: 6.4 s</a:t>
            </a:r>
            <a:endParaRPr lang="en-US" sz="1700" dirty="0"/>
          </a:p>
        </p:txBody>
      </p:sp>
      <p:sp>
        <p:nvSpPr>
          <p:cNvPr id="12" name="Shape 10"/>
          <p:cNvSpPr/>
          <p:nvPr/>
        </p:nvSpPr>
        <p:spPr>
          <a:xfrm>
            <a:off x="8178595" y="1412180"/>
            <a:ext cx="3555911" cy="4988620"/>
          </a:xfrm>
          <a:prstGeom prst="roundRect">
            <a:avLst>
              <a:gd name="adj" fmla="val 321"/>
            </a:avLst>
          </a:prstGeom>
          <a:noFill/>
          <a:ln w="25399">
            <a:solidFill>
              <a:srgbClr val="D8D4D4"/>
            </a:solidFill>
            <a:prstDash val="solid"/>
          </a:ln>
        </p:spPr>
      </p:sp>
      <p:sp>
        <p:nvSpPr>
          <p:cNvPr id="13" name="Text 11"/>
          <p:cNvSpPr/>
          <p:nvPr/>
        </p:nvSpPr>
        <p:spPr>
          <a:xfrm>
            <a:off x="8432589" y="1666180"/>
            <a:ext cx="3301917" cy="206375"/>
          </a:xfrm>
          <a:prstGeom prst="rect">
            <a:avLst/>
          </a:prstGeom>
          <a:noFill/>
          <a:ln/>
        </p:spPr>
        <p:txBody>
          <a:bodyPr wrap="none" lIns="0" tIns="0" rIns="0" bIns="0" rtlCol="0" anchor="t"/>
          <a:lstStyle/>
          <a:p>
            <a:pPr marL="0" indent="0" algn="l">
              <a:lnSpc>
                <a:spcPct val="108000"/>
              </a:lnSpc>
              <a:buNone/>
            </a:pPr>
            <a:r>
              <a:rPr lang="en-US" sz="1250" kern="100" spc="25" dirty="0">
                <a:solidFill>
                  <a:srgbClr val="5B6577"/>
                </a:solidFill>
                <a:latin typeface="Fira Mono" pitchFamily="34" charset="0"/>
                <a:ea typeface="Fira Mono" pitchFamily="34" charset="-122"/>
                <a:cs typeface="Fira Mono" pitchFamily="34" charset="-120"/>
              </a:rPr>
              <a:t>Identification</a:t>
            </a:r>
            <a:endParaRPr lang="en-US" sz="1250" dirty="0"/>
          </a:p>
        </p:txBody>
      </p:sp>
      <p:sp>
        <p:nvSpPr>
          <p:cNvPr id="14" name="Text 12"/>
          <p:cNvSpPr/>
          <p:nvPr/>
        </p:nvSpPr>
        <p:spPr>
          <a:xfrm>
            <a:off x="8432589" y="2101155"/>
            <a:ext cx="3047924" cy="321866"/>
          </a:xfrm>
          <a:prstGeom prst="rect">
            <a:avLst/>
          </a:prstGeom>
          <a:noFill/>
          <a:ln/>
        </p:spPr>
        <p:txBody>
          <a:bodyPr wrap="none" lIns="0" tIns="0" rIns="0" bIns="0" rtlCol="0" anchor="t"/>
          <a:lstStyle/>
          <a:p>
            <a:pPr marL="0" indent="0" algn="l">
              <a:lnSpc>
                <a:spcPct val="108000"/>
              </a:lnSpc>
              <a:buNone/>
            </a:pPr>
            <a:r>
              <a:rPr lang="en-US" sz="1950" dirty="0">
                <a:solidFill>
                  <a:srgbClr val="1F2937"/>
                </a:solidFill>
                <a:latin typeface="Fira Sans" pitchFamily="34" charset="0"/>
                <a:ea typeface="Fira Sans" pitchFamily="34" charset="-122"/>
                <a:cs typeface="Fira Sans" pitchFamily="34" charset="-120"/>
              </a:rPr>
              <a:t>Naming the attack</a:t>
            </a:r>
            <a:endParaRPr lang="en-US" sz="1950" dirty="0"/>
          </a:p>
        </p:txBody>
      </p:sp>
      <p:sp>
        <p:nvSpPr>
          <p:cNvPr id="15" name="Text 13"/>
          <p:cNvSpPr/>
          <p:nvPr/>
        </p:nvSpPr>
        <p:spPr>
          <a:xfrm>
            <a:off x="8432589" y="2607171"/>
            <a:ext cx="3047924" cy="1940322"/>
          </a:xfrm>
          <a:prstGeom prst="rect">
            <a:avLst/>
          </a:prstGeom>
          <a:noFill/>
          <a:ln/>
        </p:spPr>
        <p:txBody>
          <a:bodyPr wrap="square" lIns="0" tIns="0" rIns="0" bIns="0" rtlCol="0" anchor="t">
            <a:normAutofit/>
          </a:bodyPr>
          <a:lstStyle/>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114 of 120 correctly identified</a:t>
            </a:r>
            <a:endParaRPr lang="en-US" sz="1700" dirty="0"/>
          </a:p>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Port scan confused with DDoS six times</a:t>
            </a:r>
            <a:endParaRPr lang="en-US" sz="1700" dirty="0"/>
          </a:p>
          <a:p>
            <a:pPr marL="345440" indent="-345440" algn="l">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24 of 30 noticed a combined attack</a:t>
            </a:r>
            <a:endParaRPr lang="en-US" sz="1700" dirty="0"/>
          </a:p>
        </p:txBody>
      </p:sp>
      <p:sp>
        <p:nvSpPr>
          <p:cNvPr id="16" name="Text 14"/>
          <p:cNvSpPr/>
          <p:nvPr/>
        </p:nvSpPr>
        <p:spPr>
          <a:xfrm>
            <a:off x="11913691" y="6531570"/>
            <a:ext cx="278004" cy="195560"/>
          </a:xfrm>
          <a:prstGeom prst="rect">
            <a:avLst/>
          </a:prstGeom>
          <a:noFill/>
          <a:ln/>
        </p:spPr>
        <p:txBody>
          <a:bodyPr wrap="none" lIns="0" tIns="0" rIns="0" bIns="0" rtlCol="0" anchor="ctr"/>
          <a:lstStyle/>
          <a:p>
            <a:pPr marL="0" indent="0" algn="l">
              <a:lnSpc>
                <a:spcPct val="117000"/>
              </a:lnSpc>
              <a:buNone/>
            </a:pPr>
            <a:r>
              <a:rPr lang="en-US" sz="1100" dirty="0">
                <a:solidFill>
                  <a:srgbClr val="1F2937"/>
                </a:solidFill>
                <a:latin typeface="Fira Sans" pitchFamily="34" charset="0"/>
                <a:ea typeface="Fira Sans" pitchFamily="34" charset="-122"/>
                <a:cs typeface="Fira Sans"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189" y="457200"/>
            <a:ext cx="11734506" cy="190500"/>
          </a:xfrm>
          <a:prstGeom prst="rect">
            <a:avLst/>
          </a:prstGeom>
          <a:noFill/>
          <a:ln/>
        </p:spPr>
        <p:txBody>
          <a:bodyPr wrap="none" lIns="0" tIns="0" rIns="0" bIns="0" rtlCol="0" anchor="t"/>
          <a:lstStyle/>
          <a:p>
            <a:pPr marL="0" indent="0" algn="l">
              <a:lnSpc>
                <a:spcPct val="100000"/>
              </a:lnSpc>
              <a:buNone/>
            </a:pPr>
            <a:r>
              <a:rPr lang="en-US" sz="1250" kern="100" spc="25" dirty="0">
                <a:solidFill>
                  <a:srgbClr val="B94A0A"/>
                </a:solidFill>
                <a:latin typeface="Fira Mono Medium" pitchFamily="34" charset="0"/>
                <a:ea typeface="Fira Mono Medium" pitchFamily="34" charset="-122"/>
                <a:cs typeface="Fira Mono Medium" pitchFamily="34" charset="-120"/>
              </a:rPr>
              <a:t>Speaker 3</a:t>
            </a:r>
            <a:endParaRPr lang="en-US" sz="1250" dirty="0"/>
          </a:p>
        </p:txBody>
      </p:sp>
      <p:sp>
        <p:nvSpPr>
          <p:cNvPr id="3" name="Text 1"/>
          <p:cNvSpPr/>
          <p:nvPr/>
        </p:nvSpPr>
        <p:spPr>
          <a:xfrm>
            <a:off x="457189" y="749300"/>
            <a:ext cx="11277318" cy="408880"/>
          </a:xfrm>
          <a:prstGeom prst="rect">
            <a:avLst/>
          </a:prstGeom>
          <a:noFill/>
          <a:ln/>
        </p:spPr>
        <p:txBody>
          <a:bodyPr wrap="none" lIns="0" tIns="0" rIns="0" bIns="0" rtlCol="0" anchor="t"/>
          <a:lstStyle/>
          <a:p>
            <a:pPr marL="0" indent="0" algn="l">
              <a:lnSpc>
                <a:spcPct val="96000"/>
              </a:lnSpc>
              <a:buNone/>
            </a:pPr>
            <a:r>
              <a:rPr lang="en-US" sz="2800" kern="100" spc="-28" dirty="0">
                <a:solidFill>
                  <a:srgbClr val="1F2937"/>
                </a:solidFill>
                <a:latin typeface="Fira Sans SemiBold" pitchFamily="34" charset="0"/>
                <a:ea typeface="Fira Sans SemiBold" pitchFamily="34" charset="-122"/>
                <a:cs typeface="Fira Sans SemiBold" pitchFamily="34" charset="-120"/>
              </a:rPr>
              <a:t>Hearing the unknown without training</a:t>
            </a:r>
            <a:endParaRPr lang="en-US" sz="2800" dirty="0"/>
          </a:p>
        </p:txBody>
      </p:sp>
      <p:sp>
        <p:nvSpPr>
          <p:cNvPr id="4" name="Shape 2"/>
          <p:cNvSpPr/>
          <p:nvPr/>
        </p:nvSpPr>
        <p:spPr>
          <a:xfrm>
            <a:off x="457189" y="1412180"/>
            <a:ext cx="5410065" cy="4988620"/>
          </a:xfrm>
          <a:prstGeom prst="rect">
            <a:avLst/>
          </a:prstGeom>
          <a:solidFill>
            <a:srgbClr val="2B3544"/>
          </a:solidFill>
          <a:ln/>
        </p:spPr>
      </p:sp>
      <p:sp>
        <p:nvSpPr>
          <p:cNvPr id="5" name="Text 3"/>
          <p:cNvSpPr/>
          <p:nvPr/>
        </p:nvSpPr>
        <p:spPr>
          <a:xfrm>
            <a:off x="736582" y="1691580"/>
            <a:ext cx="4851279" cy="321866"/>
          </a:xfrm>
          <a:prstGeom prst="rect">
            <a:avLst/>
          </a:prstGeom>
          <a:noFill/>
          <a:ln/>
        </p:spPr>
        <p:txBody>
          <a:bodyPr wrap="none" lIns="0" tIns="0" rIns="0" bIns="0" rtlCol="0" anchor="t"/>
          <a:lstStyle/>
          <a:p>
            <a:pPr marL="0" indent="0" algn="l">
              <a:lnSpc>
                <a:spcPct val="108000"/>
              </a:lnSpc>
              <a:buNone/>
            </a:pPr>
            <a:r>
              <a:rPr lang="en-US" sz="1950" dirty="0">
                <a:solidFill>
                  <a:srgbClr val="FFFFFF"/>
                </a:solidFill>
                <a:latin typeface="Fira Sans" pitchFamily="34" charset="0"/>
                <a:ea typeface="Fira Sans" pitchFamily="34" charset="-122"/>
                <a:cs typeface="Fira Sans" pitchFamily="34" charset="-120"/>
              </a:rPr>
              <a:t>Intuitive detection</a:t>
            </a:r>
            <a:endParaRPr lang="en-US" sz="1950" dirty="0"/>
          </a:p>
        </p:txBody>
      </p:sp>
      <p:sp>
        <p:nvSpPr>
          <p:cNvPr id="6" name="Text 4"/>
          <p:cNvSpPr/>
          <p:nvPr/>
        </p:nvSpPr>
        <p:spPr>
          <a:xfrm>
            <a:off x="736582" y="2197596"/>
            <a:ext cx="5130672" cy="302220"/>
          </a:xfrm>
          <a:prstGeom prst="rect">
            <a:avLst/>
          </a:prstGeom>
          <a:noFill/>
          <a:ln/>
        </p:spPr>
        <p:txBody>
          <a:bodyPr wrap="none" lIns="0" tIns="0" rIns="0" bIns="0" rtlCol="0" anchor="t"/>
          <a:lstStyle/>
          <a:p>
            <a:pPr marL="0" indent="0" algn="l">
              <a:lnSpc>
                <a:spcPct val="117000"/>
              </a:lnSpc>
              <a:buNone/>
            </a:pPr>
            <a:r>
              <a:rPr lang="en-US" sz="1700" dirty="0">
                <a:solidFill>
                  <a:srgbClr val="FFFFFF"/>
                </a:solidFill>
                <a:latin typeface="Fira Sans" pitchFamily="34" charset="0"/>
                <a:ea typeface="Fira Sans" pitchFamily="34" charset="-122"/>
                <a:cs typeface="Fira Sans" pitchFamily="34" charset="-120"/>
              </a:rPr>
              <a:t>Only 30 s of normal traffic was played</a:t>
            </a:r>
            <a:endParaRPr lang="en-US" sz="1700" dirty="0"/>
          </a:p>
        </p:txBody>
      </p:sp>
      <p:sp>
        <p:nvSpPr>
          <p:cNvPr id="9" name="Text 5"/>
          <p:cNvSpPr/>
          <p:nvPr/>
        </p:nvSpPr>
        <p:spPr>
          <a:xfrm>
            <a:off x="736582" y="2649041"/>
            <a:ext cx="4851279" cy="1638102"/>
          </a:xfrm>
          <a:prstGeom prst="rect">
            <a:avLst/>
          </a:prstGeom>
          <a:noFill/>
          <a:ln/>
        </p:spPr>
        <p:txBody>
          <a:bodyPr wrap="square" lIns="0" tIns="0" rIns="0" bIns="0" rtlCol="0" anchor="t">
            <a:normAutofit/>
          </a:bodyPr>
          <a:lstStyle/>
          <a:p>
            <a:pPr marL="345440" indent="-345440" algn="l">
              <a:lnSpc>
                <a:spcPct val="117000"/>
              </a:lnSpc>
              <a:buSzPct val="100000"/>
              <a:buChar char="•"/>
            </a:pPr>
            <a:r>
              <a:rPr lang="en-US" sz="1700" dirty="0">
                <a:solidFill>
                  <a:srgbClr val="FFFFFF"/>
                </a:solidFill>
                <a:latin typeface="Fira Sans" pitchFamily="34" charset="0"/>
                <a:ea typeface="Fira Sans" pitchFamily="34" charset="-122"/>
                <a:cs typeface="Fira Sans" pitchFamily="34" charset="-120"/>
              </a:rPr>
              <a:t>Attacks heard as deviations from the baseline</a:t>
            </a:r>
            <a:endParaRPr lang="en-US" sz="1700" dirty="0"/>
          </a:p>
          <a:p>
            <a:pPr marL="345440" indent="-345440" algn="l">
              <a:lnSpc>
                <a:spcPct val="117000"/>
              </a:lnSpc>
              <a:buSzPct val="100000"/>
              <a:buChar char="•"/>
            </a:pPr>
            <a:r>
              <a:rPr lang="en-US" sz="1700" dirty="0">
                <a:solidFill>
                  <a:srgbClr val="FFFFFF"/>
                </a:solidFill>
                <a:latin typeface="Fira Sans" pitchFamily="34" charset="0"/>
                <a:ea typeface="Fira Sans" pitchFamily="34" charset="-122"/>
                <a:cs typeface="Fira Sans" pitchFamily="34" charset="-120"/>
              </a:rPr>
              <a:t>Pre-training recall of 0.96</a:t>
            </a:r>
            <a:endParaRPr lang="en-US" sz="1700" dirty="0"/>
          </a:p>
          <a:p>
            <a:pPr marL="345440" indent="-345440" algn="l">
              <a:lnSpc>
                <a:spcPct val="117000"/>
              </a:lnSpc>
              <a:buSzPct val="100000"/>
              <a:buChar char="•"/>
            </a:pPr>
            <a:r>
              <a:rPr lang="en-US" sz="1700" dirty="0">
                <a:solidFill>
                  <a:srgbClr val="FFFFFF"/>
                </a:solidFill>
                <a:latin typeface="Fira Sans" pitchFamily="34" charset="0"/>
                <a:ea typeface="Fira Sans" pitchFamily="34" charset="-122"/>
                <a:cs typeface="Fira Sans" pitchFamily="34" charset="-120"/>
              </a:rPr>
              <a:t>Suggests promise for unknown attacks</a:t>
            </a:r>
            <a:endParaRPr lang="en-US" sz="1700" dirty="0"/>
          </a:p>
        </p:txBody>
      </p:sp>
      <p:sp>
        <p:nvSpPr>
          <p:cNvPr id="10" name="Text 6"/>
          <p:cNvSpPr/>
          <p:nvPr/>
        </p:nvSpPr>
        <p:spPr>
          <a:xfrm>
            <a:off x="6324442" y="1640780"/>
            <a:ext cx="5410065" cy="321866"/>
          </a:xfrm>
          <a:prstGeom prst="rect">
            <a:avLst/>
          </a:prstGeom>
          <a:noFill/>
          <a:ln/>
        </p:spPr>
        <p:txBody>
          <a:bodyPr wrap="none" lIns="0" tIns="0" rIns="0" bIns="0" rtlCol="0" anchor="t"/>
          <a:lstStyle/>
          <a:p>
            <a:pPr marL="0" indent="0" algn="l">
              <a:lnSpc>
                <a:spcPct val="108000"/>
              </a:lnSpc>
              <a:buNone/>
            </a:pPr>
            <a:r>
              <a:rPr lang="en-US" sz="1950" dirty="0">
                <a:solidFill>
                  <a:srgbClr val="1F2937"/>
                </a:solidFill>
                <a:latin typeface="Fira Sans" pitchFamily="34" charset="0"/>
                <a:ea typeface="Fira Sans" pitchFamily="34" charset="-122"/>
                <a:cs typeface="Fira Sans" pitchFamily="34" charset="-120"/>
              </a:rPr>
              <a:t>How participants listened</a:t>
            </a:r>
            <a:endParaRPr lang="en-US" sz="1950" dirty="0"/>
          </a:p>
        </p:txBody>
      </p:sp>
      <p:sp>
        <p:nvSpPr>
          <p:cNvPr id="11" name="Text 7"/>
          <p:cNvSpPr/>
          <p:nvPr/>
        </p:nvSpPr>
        <p:spPr>
          <a:xfrm>
            <a:off x="6324442" y="2324596"/>
            <a:ext cx="5410065" cy="302220"/>
          </a:xfrm>
          <a:prstGeom prst="rect">
            <a:avLst/>
          </a:prstGeom>
          <a:noFill/>
          <a:ln/>
        </p:spPr>
        <p:txBody>
          <a:bodyPr wrap="none" lIns="0" tIns="0" rIns="0" bIns="0" rtlCol="0" anchor="t"/>
          <a:lstStyle/>
          <a:p>
            <a:pPr marL="0" indent="0" algn="l">
              <a:lnSpc>
                <a:spcPct val="117000"/>
              </a:lnSpc>
              <a:buNone/>
            </a:pPr>
            <a:r>
              <a:rPr lang="en-US" sz="1700" b="1" dirty="0">
                <a:solidFill>
                  <a:srgbClr val="B94A0A"/>
                </a:solidFill>
                <a:latin typeface="Fira Sans Bold" pitchFamily="34" charset="0"/>
                <a:ea typeface="Fira Sans Bold" pitchFamily="34" charset="-122"/>
                <a:cs typeface="Fira Sans Bold" pitchFamily="34" charset="-120"/>
              </a:rPr>
              <a:t>Step 1:</a:t>
            </a:r>
            <a:r>
              <a:rPr lang="en-US" sz="1700" dirty="0">
                <a:solidFill>
                  <a:srgbClr val="1F2937"/>
                </a:solidFill>
                <a:latin typeface="Fira Sans" pitchFamily="34" charset="0"/>
                <a:ea typeface="Fira Sans" pitchFamily="34" charset="-122"/>
                <a:cs typeface="Fira Sans" pitchFamily="34" charset="-120"/>
              </a:rPr>
              <a:t xml:space="preserve"> Listen to 30 s of normal traffic</a:t>
            </a:r>
            <a:endParaRPr lang="en-US" sz="1700" dirty="0"/>
          </a:p>
        </p:txBody>
      </p:sp>
      <p:sp>
        <p:nvSpPr>
          <p:cNvPr id="12" name="Text 8"/>
          <p:cNvSpPr/>
          <p:nvPr/>
        </p:nvSpPr>
        <p:spPr>
          <a:xfrm>
            <a:off x="6324442" y="2982416"/>
            <a:ext cx="5410065" cy="302220"/>
          </a:xfrm>
          <a:prstGeom prst="rect">
            <a:avLst/>
          </a:prstGeom>
          <a:noFill/>
          <a:ln/>
        </p:spPr>
        <p:txBody>
          <a:bodyPr wrap="none" lIns="0" tIns="0" rIns="0" bIns="0" rtlCol="0" anchor="t"/>
          <a:lstStyle/>
          <a:p>
            <a:pPr marL="0" indent="0" algn="l">
              <a:lnSpc>
                <a:spcPct val="117000"/>
              </a:lnSpc>
              <a:buNone/>
            </a:pPr>
            <a:r>
              <a:rPr lang="en-US" sz="1700" b="1" dirty="0">
                <a:solidFill>
                  <a:srgbClr val="B94A0A"/>
                </a:solidFill>
                <a:latin typeface="Fira Sans Bold" pitchFamily="34" charset="0"/>
                <a:ea typeface="Fira Sans Bold" pitchFamily="34" charset="-122"/>
                <a:cs typeface="Fira Sans Bold" pitchFamily="34" charset="-120"/>
              </a:rPr>
              <a:t>Step 2:</a:t>
            </a:r>
            <a:r>
              <a:rPr lang="en-US" sz="1700" dirty="0">
                <a:solidFill>
                  <a:srgbClr val="1F2937"/>
                </a:solidFill>
                <a:latin typeface="Fira Sans" pitchFamily="34" charset="0"/>
                <a:ea typeface="Fira Sans" pitchFamily="34" charset="-122"/>
                <a:cs typeface="Fira Sans" pitchFamily="34" charset="-120"/>
              </a:rPr>
              <a:t xml:space="preserve"> Click when anything sounds abnormal</a:t>
            </a:r>
            <a:endParaRPr lang="en-US" sz="1700" dirty="0"/>
          </a:p>
        </p:txBody>
      </p:sp>
      <p:sp>
        <p:nvSpPr>
          <p:cNvPr id="13" name="Text 9"/>
          <p:cNvSpPr/>
          <p:nvPr/>
        </p:nvSpPr>
        <p:spPr>
          <a:xfrm>
            <a:off x="6324442" y="3640237"/>
            <a:ext cx="5410065" cy="604441"/>
          </a:xfrm>
          <a:prstGeom prst="rect">
            <a:avLst/>
          </a:prstGeom>
          <a:noFill/>
          <a:ln/>
        </p:spPr>
        <p:txBody>
          <a:bodyPr wrap="square" lIns="0" tIns="0" rIns="0" bIns="0" rtlCol="0" anchor="t">
            <a:normAutofit/>
          </a:bodyPr>
          <a:lstStyle/>
          <a:p>
            <a:pPr marL="0" indent="0" algn="l">
              <a:lnSpc>
                <a:spcPct val="117000"/>
              </a:lnSpc>
              <a:buNone/>
            </a:pPr>
            <a:r>
              <a:rPr lang="en-US" sz="1700" b="1" dirty="0">
                <a:solidFill>
                  <a:srgbClr val="B94A0A"/>
                </a:solidFill>
                <a:latin typeface="Fira Sans Bold" pitchFamily="34" charset="0"/>
                <a:ea typeface="Fira Sans Bold" pitchFamily="34" charset="-122"/>
                <a:cs typeface="Fira Sans Bold" pitchFamily="34" charset="-120"/>
              </a:rPr>
              <a:t>Step 3:</a:t>
            </a:r>
            <a:r>
              <a:rPr lang="en-US" sz="1700" dirty="0">
                <a:solidFill>
                  <a:srgbClr val="1F2937"/>
                </a:solidFill>
                <a:latin typeface="Fira Sans" pitchFamily="34" charset="0"/>
                <a:ea typeface="Fira Sans" pitchFamily="34" charset="-122"/>
                <a:cs typeface="Fira Sans" pitchFamily="34" charset="-120"/>
              </a:rPr>
              <a:t xml:space="preserve"> Describe the sound change and name the attack type</a:t>
            </a:r>
            <a:endParaRPr lang="en-US" sz="1700" dirty="0"/>
          </a:p>
        </p:txBody>
      </p:sp>
      <p:sp>
        <p:nvSpPr>
          <p:cNvPr id="14" name="Text 10"/>
          <p:cNvSpPr/>
          <p:nvPr/>
        </p:nvSpPr>
        <p:spPr>
          <a:xfrm>
            <a:off x="6324442" y="5869980"/>
            <a:ext cx="5410065" cy="302220"/>
          </a:xfrm>
          <a:prstGeom prst="rect">
            <a:avLst/>
          </a:prstGeom>
          <a:noFill/>
          <a:ln/>
        </p:spPr>
        <p:txBody>
          <a:bodyPr wrap="none" lIns="0" tIns="0" rIns="0" bIns="0" rtlCol="0" anchor="t"/>
          <a:lstStyle/>
          <a:p>
            <a:pPr marL="0" indent="0" algn="l">
              <a:lnSpc>
                <a:spcPct val="117000"/>
              </a:lnSpc>
              <a:buNone/>
            </a:pPr>
            <a:r>
              <a:rPr lang="en-US" sz="1700" dirty="0">
                <a:solidFill>
                  <a:srgbClr val="B94A0A"/>
                </a:solidFill>
                <a:latin typeface="Fira Sans" pitchFamily="34" charset="0"/>
                <a:ea typeface="Fira Sans" pitchFamily="34" charset="-122"/>
                <a:cs typeface="Fira Sans" pitchFamily="34" charset="-120"/>
              </a:rPr>
              <a:t>Musical experience had no significant effect</a:t>
            </a:r>
            <a:endParaRPr lang="en-US" sz="1700" dirty="0"/>
          </a:p>
        </p:txBody>
      </p:sp>
      <p:sp>
        <p:nvSpPr>
          <p:cNvPr id="15" name="Shape 11"/>
          <p:cNvSpPr/>
          <p:nvPr/>
        </p:nvSpPr>
        <p:spPr>
          <a:xfrm>
            <a:off x="6324442" y="2798266"/>
            <a:ext cx="5410065" cy="12700"/>
          </a:xfrm>
          <a:prstGeom prst="rect">
            <a:avLst/>
          </a:prstGeom>
          <a:solidFill>
            <a:srgbClr val="CBD3DE"/>
          </a:solidFill>
          <a:ln/>
        </p:spPr>
      </p:sp>
      <p:sp>
        <p:nvSpPr>
          <p:cNvPr id="16" name="Shape 12"/>
          <p:cNvSpPr/>
          <p:nvPr/>
        </p:nvSpPr>
        <p:spPr>
          <a:xfrm>
            <a:off x="6324442" y="3456087"/>
            <a:ext cx="5410065" cy="12700"/>
          </a:xfrm>
          <a:prstGeom prst="rect">
            <a:avLst/>
          </a:prstGeom>
          <a:solidFill>
            <a:srgbClr val="CBD3DE"/>
          </a:solidFill>
          <a:ln/>
        </p:spPr>
      </p:sp>
      <p:sp>
        <p:nvSpPr>
          <p:cNvPr id="17" name="Text 13"/>
          <p:cNvSpPr/>
          <p:nvPr/>
        </p:nvSpPr>
        <p:spPr>
          <a:xfrm>
            <a:off x="11913691" y="6531570"/>
            <a:ext cx="278004" cy="195560"/>
          </a:xfrm>
          <a:prstGeom prst="rect">
            <a:avLst/>
          </a:prstGeom>
          <a:noFill/>
          <a:ln/>
        </p:spPr>
        <p:txBody>
          <a:bodyPr wrap="none" lIns="0" tIns="0" rIns="0" bIns="0" rtlCol="0" anchor="ctr"/>
          <a:lstStyle/>
          <a:p>
            <a:pPr marL="0" indent="0" algn="l">
              <a:lnSpc>
                <a:spcPct val="117000"/>
              </a:lnSpc>
              <a:buNone/>
            </a:pPr>
            <a:r>
              <a:rPr lang="en-US" sz="1100" dirty="0">
                <a:solidFill>
                  <a:srgbClr val="1F2937"/>
                </a:solidFill>
                <a:latin typeface="Fira Sans" pitchFamily="34" charset="0"/>
                <a:ea typeface="Fira Sans" pitchFamily="34" charset="-122"/>
                <a:cs typeface="Fira Sans"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189" y="457200"/>
            <a:ext cx="11734506" cy="190500"/>
          </a:xfrm>
          <a:prstGeom prst="rect">
            <a:avLst/>
          </a:prstGeom>
          <a:noFill/>
          <a:ln/>
        </p:spPr>
        <p:txBody>
          <a:bodyPr wrap="none" lIns="0" tIns="0" rIns="0" bIns="0" rtlCol="0" anchor="t"/>
          <a:lstStyle/>
          <a:p>
            <a:pPr marL="0" indent="0" algn="l">
              <a:lnSpc>
                <a:spcPct val="100000"/>
              </a:lnSpc>
              <a:buNone/>
            </a:pPr>
            <a:r>
              <a:rPr lang="en-US" sz="1250" kern="100" spc="25" dirty="0">
                <a:solidFill>
                  <a:srgbClr val="B94A0A"/>
                </a:solidFill>
                <a:latin typeface="Fira Mono Medium" pitchFamily="34" charset="0"/>
                <a:ea typeface="Fira Mono Medium" pitchFamily="34" charset="-122"/>
                <a:cs typeface="Fira Mono Medium" pitchFamily="34" charset="-120"/>
              </a:rPr>
              <a:t>Speaker 3</a:t>
            </a:r>
            <a:endParaRPr lang="en-US" sz="1250" dirty="0"/>
          </a:p>
        </p:txBody>
      </p:sp>
      <p:sp>
        <p:nvSpPr>
          <p:cNvPr id="3" name="Text 1"/>
          <p:cNvSpPr/>
          <p:nvPr/>
        </p:nvSpPr>
        <p:spPr>
          <a:xfrm>
            <a:off x="457189" y="749300"/>
            <a:ext cx="11277318" cy="408880"/>
          </a:xfrm>
          <a:prstGeom prst="rect">
            <a:avLst/>
          </a:prstGeom>
          <a:noFill/>
          <a:ln/>
        </p:spPr>
        <p:txBody>
          <a:bodyPr wrap="none" lIns="0" tIns="0" rIns="0" bIns="0" rtlCol="0" anchor="t"/>
          <a:lstStyle/>
          <a:p>
            <a:pPr marL="0" indent="0" algn="l">
              <a:lnSpc>
                <a:spcPct val="96000"/>
              </a:lnSpc>
              <a:buNone/>
            </a:pPr>
            <a:r>
              <a:rPr lang="en-US" sz="2800" kern="100" spc="-28" dirty="0">
                <a:solidFill>
                  <a:srgbClr val="1F2937"/>
                </a:solidFill>
                <a:latin typeface="Fira Sans SemiBold" pitchFamily="34" charset="0"/>
                <a:ea typeface="Fira Sans SemiBold" pitchFamily="34" charset="-122"/>
                <a:cs typeface="Fira Sans SemiBold" pitchFamily="34" charset="-120"/>
              </a:rPr>
              <a:t>Findings and takeaways</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189" y="1412180"/>
          <a:ext cx="11277319" cy="2555016"/>
        </p:xfrm>
        <a:graphic>
          <a:graphicData uri="http://schemas.openxmlformats.org/drawingml/2006/table">
            <a:tbl>
              <a:tblPr/>
              <a:tblGrid>
                <a:gridCol w="2819330">
                  <a:extLst>
                    <a:ext uri="{9D8B030D-6E8A-4147-A177-3AD203B41FA5}">
                      <a16:colId xmlns:a16="http://schemas.microsoft.com/office/drawing/2014/main" val="20000"/>
                    </a:ext>
                  </a:extLst>
                </a:gridCol>
                <a:gridCol w="4398059">
                  <a:extLst>
                    <a:ext uri="{9D8B030D-6E8A-4147-A177-3AD203B41FA5}">
                      <a16:colId xmlns:a16="http://schemas.microsoft.com/office/drawing/2014/main" val="20001"/>
                    </a:ext>
                  </a:extLst>
                </a:gridCol>
                <a:gridCol w="4059930">
                  <a:extLst>
                    <a:ext uri="{9D8B030D-6E8A-4147-A177-3AD203B41FA5}">
                      <a16:colId xmlns:a16="http://schemas.microsoft.com/office/drawing/2014/main" val="20002"/>
                    </a:ext>
                  </a:extLst>
                </a:gridCol>
              </a:tblGrid>
              <a:tr h="638754">
                <a:tc>
                  <a:txBody>
                    <a:bodyPr/>
                    <a:lstStyle/>
                    <a:p>
                      <a:pPr marL="0" indent="0" algn="l">
                        <a:buNone/>
                      </a:pPr>
                      <a:r>
                        <a:rPr lang="en-US" sz="1700" dirty="0">
                          <a:solidFill>
                            <a:srgbClr val="5B6577"/>
                          </a:solidFill>
                          <a:latin typeface="Fira Mono" pitchFamily="34" charset="0"/>
                          <a:ea typeface="Fira Mono" pitchFamily="34" charset="-122"/>
                          <a:cs typeface="Fira Mono" pitchFamily="34" charset="-120"/>
                        </a:rPr>
                        <a:t>Measure</a:t>
                      </a:r>
                      <a:endParaRPr lang="en-US" sz="1700" dirty="0">
                        <a:latin typeface="Fira Mono" charset="0"/>
                        <a:ea typeface="Fira Mono" charset="0"/>
                        <a:cs typeface="Fira Mono" charset="0"/>
                      </a:endParaRPr>
                    </a:p>
                  </a:txBody>
                  <a:tcPr marL="152396" marR="152396" marT="165096" marB="165096" anchor="ctr">
                    <a:lnL w="12700" cap="flat" cmpd="sng" algn="ctr">
                      <a:solidFill>
                        <a:srgbClr val="F3F5F8"/>
                      </a:solidFill>
                      <a:prstDash val="solid"/>
                      <a:round/>
                      <a:headEnd type="none" w="med" len="med"/>
                      <a:tailEnd type="none" w="med" len="med"/>
                    </a:lnL>
                    <a:lnR w="12700" cap="flat" cmpd="sng" algn="ctr">
                      <a:solidFill>
                        <a:srgbClr val="F3F5F8"/>
                      </a:solidFill>
                      <a:prstDash val="solid"/>
                      <a:round/>
                      <a:headEnd type="none" w="med" len="med"/>
                      <a:tailEnd type="none" w="med" len="med"/>
                    </a:lnR>
                    <a:lnT w="12700" cap="flat" cmpd="sng" algn="ctr">
                      <a:solidFill>
                        <a:srgbClr val="F3F5F8"/>
                      </a:solidFill>
                      <a:prstDash val="solid"/>
                      <a:round/>
                      <a:headEnd type="none" w="med" len="med"/>
                      <a:tailEnd type="none" w="med" len="med"/>
                    </a:lnT>
                    <a:lnB w="12700" cap="flat" cmpd="sng" algn="ctr">
                      <a:solidFill>
                        <a:srgbClr val="CBD3DE"/>
                      </a:solidFill>
                      <a:prstDash val="solid"/>
                      <a:round/>
                      <a:headEnd type="none" w="med" len="med"/>
                      <a:tailEnd type="none" w="med" len="med"/>
                    </a:lnB>
                    <a:solidFill>
                      <a:srgbClr val="F3F5F8"/>
                    </a:solidFill>
                  </a:tcPr>
                </a:tc>
                <a:tc>
                  <a:txBody>
                    <a:bodyPr/>
                    <a:lstStyle/>
                    <a:p>
                      <a:pPr marL="0" indent="0" algn="l">
                        <a:buNone/>
                      </a:pPr>
                      <a:r>
                        <a:rPr lang="en-US" sz="1700" dirty="0">
                          <a:solidFill>
                            <a:srgbClr val="5B6577"/>
                          </a:solidFill>
                          <a:latin typeface="Fira Mono" pitchFamily="34" charset="0"/>
                          <a:ea typeface="Fira Mono" pitchFamily="34" charset="-122"/>
                          <a:cs typeface="Fira Mono" pitchFamily="34" charset="-120"/>
                        </a:rPr>
                        <a:t>Result</a:t>
                      </a:r>
                      <a:endParaRPr lang="en-US" sz="1700" dirty="0">
                        <a:latin typeface="Fira Mono" charset="0"/>
                        <a:ea typeface="Fira Mono" charset="0"/>
                        <a:cs typeface="Fira Mono" charset="0"/>
                      </a:endParaRPr>
                    </a:p>
                  </a:txBody>
                  <a:tcPr marL="152396" marR="152396" marT="165096" marB="165096" anchor="ctr">
                    <a:lnL w="12700" cap="flat" cmpd="sng" algn="ctr">
                      <a:solidFill>
                        <a:srgbClr val="F3F5F8"/>
                      </a:solidFill>
                      <a:prstDash val="solid"/>
                      <a:round/>
                      <a:headEnd type="none" w="med" len="med"/>
                      <a:tailEnd type="none" w="med" len="med"/>
                    </a:lnL>
                    <a:lnR w="12700" cap="flat" cmpd="sng" algn="ctr">
                      <a:solidFill>
                        <a:srgbClr val="F3F5F8"/>
                      </a:solidFill>
                      <a:prstDash val="solid"/>
                      <a:round/>
                      <a:headEnd type="none" w="med" len="med"/>
                      <a:tailEnd type="none" w="med" len="med"/>
                    </a:lnR>
                    <a:lnT w="12700" cap="flat" cmpd="sng" algn="ctr">
                      <a:solidFill>
                        <a:srgbClr val="F3F5F8"/>
                      </a:solidFill>
                      <a:prstDash val="solid"/>
                      <a:round/>
                      <a:headEnd type="none" w="med" len="med"/>
                      <a:tailEnd type="none" w="med" len="med"/>
                    </a:lnT>
                    <a:lnB w="12700" cap="flat" cmpd="sng" algn="ctr">
                      <a:solidFill>
                        <a:srgbClr val="CBD3DE"/>
                      </a:solidFill>
                      <a:prstDash val="solid"/>
                      <a:round/>
                      <a:headEnd type="none" w="med" len="med"/>
                      <a:tailEnd type="none" w="med" len="med"/>
                    </a:lnB>
                    <a:solidFill>
                      <a:srgbClr val="F3F5F8"/>
                    </a:solidFill>
                  </a:tcPr>
                </a:tc>
                <a:tc>
                  <a:txBody>
                    <a:bodyPr/>
                    <a:lstStyle/>
                    <a:p>
                      <a:pPr marL="0" indent="0" algn="l">
                        <a:buNone/>
                      </a:pPr>
                      <a:r>
                        <a:rPr lang="en-US" sz="1700" dirty="0">
                          <a:solidFill>
                            <a:srgbClr val="5B6577"/>
                          </a:solidFill>
                          <a:latin typeface="Fira Mono" pitchFamily="34" charset="0"/>
                          <a:ea typeface="Fira Mono" pitchFamily="34" charset="-122"/>
                          <a:cs typeface="Fira Mono" pitchFamily="34" charset="-120"/>
                        </a:rPr>
                        <a:t>Meaning</a:t>
                      </a:r>
                      <a:endParaRPr lang="en-US" sz="1700" dirty="0">
                        <a:latin typeface="Fira Mono" charset="0"/>
                        <a:ea typeface="Fira Mono" charset="0"/>
                        <a:cs typeface="Fira Mono" charset="0"/>
                      </a:endParaRPr>
                    </a:p>
                  </a:txBody>
                  <a:tcPr marL="152396" marR="152396" marT="165096" marB="165096" anchor="ctr">
                    <a:lnL w="12700" cap="flat" cmpd="sng" algn="ctr">
                      <a:solidFill>
                        <a:srgbClr val="F3F5F8"/>
                      </a:solidFill>
                      <a:prstDash val="solid"/>
                      <a:round/>
                      <a:headEnd type="none" w="med" len="med"/>
                      <a:tailEnd type="none" w="med" len="med"/>
                    </a:lnL>
                    <a:lnR w="12700" cap="flat" cmpd="sng" algn="ctr">
                      <a:solidFill>
                        <a:srgbClr val="F3F5F8"/>
                      </a:solidFill>
                      <a:prstDash val="solid"/>
                      <a:round/>
                      <a:headEnd type="none" w="med" len="med"/>
                      <a:tailEnd type="none" w="med" len="med"/>
                    </a:lnR>
                    <a:lnT w="12700" cap="flat" cmpd="sng" algn="ctr">
                      <a:solidFill>
                        <a:srgbClr val="F3F5F8"/>
                      </a:solidFill>
                      <a:prstDash val="solid"/>
                      <a:round/>
                      <a:headEnd type="none" w="med" len="med"/>
                      <a:tailEnd type="none" w="med" len="med"/>
                    </a:lnT>
                    <a:lnB w="12700" cap="flat" cmpd="sng" algn="ctr">
                      <a:solidFill>
                        <a:srgbClr val="CBD3DE"/>
                      </a:solidFill>
                      <a:prstDash val="solid"/>
                      <a:round/>
                      <a:headEnd type="none" w="med" len="med"/>
                      <a:tailEnd type="none" w="med" len="med"/>
                    </a:lnB>
                    <a:solidFill>
                      <a:srgbClr val="F3F5F8"/>
                    </a:solidFill>
                  </a:tcPr>
                </a:tc>
                <a:extLst>
                  <a:ext uri="{0D108BD9-81ED-4DB2-BD59-A6C34878D82A}">
                    <a16:rowId xmlns:a16="http://schemas.microsoft.com/office/drawing/2014/main" val="10000"/>
                  </a:ext>
                </a:extLst>
              </a:tr>
              <a:tr h="638754">
                <a:tc>
                  <a:txBody>
                    <a:bodyPr/>
                    <a:lstStyle/>
                    <a:p>
                      <a:pPr marL="0" indent="0" algn="l">
                        <a:buNone/>
                      </a:pPr>
                      <a:r>
                        <a:rPr lang="en-US" sz="1700" b="1" dirty="0">
                          <a:solidFill>
                            <a:srgbClr val="1F2937"/>
                          </a:solidFill>
                          <a:latin typeface="Fira Sans" pitchFamily="34" charset="0"/>
                          <a:ea typeface="Fira Sans" pitchFamily="34" charset="-122"/>
                          <a:cs typeface="Fira Sans" pitchFamily="34" charset="-120"/>
                        </a:rPr>
                        <a:t>Detection</a:t>
                      </a:r>
                      <a:endParaRPr lang="en-US" sz="1700" dirty="0">
                        <a:latin typeface="Fira Sans" charset="0"/>
                        <a:ea typeface="Fira Sans" charset="0"/>
                        <a:cs typeface="Fira Sans" charset="0"/>
                      </a:endParaRPr>
                    </a:p>
                  </a:txBody>
                  <a:tcPr marL="152396" marR="152396" marT="165096" marB="16509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marL="0" indent="0" algn="l">
                        <a:buNone/>
                      </a:pPr>
                      <a:r>
                        <a:rPr lang="en-US" sz="1700" dirty="0">
                          <a:solidFill>
                            <a:srgbClr val="1F2937"/>
                          </a:solidFill>
                          <a:latin typeface="Fira Sans" pitchFamily="34" charset="0"/>
                          <a:ea typeface="Fira Sans" pitchFamily="34" charset="-122"/>
                          <a:cs typeface="Fira Sans" pitchFamily="34" charset="-120"/>
                        </a:rPr>
                        <a:t>F-score above 0.9; no attacks missed</a:t>
                      </a:r>
                      <a:endParaRPr lang="en-US" sz="1700" dirty="0">
                        <a:latin typeface="Fira Sans" charset="0"/>
                        <a:ea typeface="Fira Sans" charset="0"/>
                        <a:cs typeface="Fira Sans" charset="0"/>
                      </a:endParaRPr>
                    </a:p>
                  </a:txBody>
                  <a:tcPr marL="152396" marR="152396" marT="165096" marB="16509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marL="0" indent="0" algn="l">
                        <a:buNone/>
                      </a:pPr>
                      <a:r>
                        <a:rPr lang="en-US" sz="1700" dirty="0">
                          <a:solidFill>
                            <a:srgbClr val="1F2937"/>
                          </a:solidFill>
                          <a:latin typeface="Fira Sans" pitchFamily="34" charset="0"/>
                          <a:ea typeface="Fira Sans" pitchFamily="34" charset="-122"/>
                          <a:cs typeface="Fira Sans" pitchFamily="34" charset="-120"/>
                        </a:rPr>
                        <a:t>Attacks heard accurately</a:t>
                      </a:r>
                      <a:endParaRPr lang="en-US" sz="1700" dirty="0">
                        <a:latin typeface="Fira Sans" charset="0"/>
                        <a:ea typeface="Fira Sans" charset="0"/>
                        <a:cs typeface="Fira Sans" charset="0"/>
                      </a:endParaRPr>
                    </a:p>
                  </a:txBody>
                  <a:tcPr marL="152396" marR="152396" marT="165096" marB="16509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extLst>
                  <a:ext uri="{0D108BD9-81ED-4DB2-BD59-A6C34878D82A}">
                    <a16:rowId xmlns:a16="http://schemas.microsoft.com/office/drawing/2014/main" val="10001"/>
                  </a:ext>
                </a:extLst>
              </a:tr>
              <a:tr h="638754">
                <a:tc>
                  <a:txBody>
                    <a:bodyPr/>
                    <a:lstStyle/>
                    <a:p>
                      <a:pPr marL="0" indent="0" algn="l">
                        <a:buNone/>
                      </a:pPr>
                      <a:r>
                        <a:rPr lang="en-US" sz="1700" b="1" dirty="0">
                          <a:solidFill>
                            <a:srgbClr val="1F2937"/>
                          </a:solidFill>
                          <a:latin typeface="Fira Sans" pitchFamily="34" charset="0"/>
                          <a:ea typeface="Fira Sans" pitchFamily="34" charset="-122"/>
                          <a:cs typeface="Fira Sans" pitchFamily="34" charset="-120"/>
                        </a:rPr>
                        <a:t>Speed</a:t>
                      </a:r>
                      <a:endParaRPr lang="en-US" sz="1700" dirty="0">
                        <a:latin typeface="Fira Sans" charset="0"/>
                        <a:ea typeface="Fira Sans" charset="0"/>
                        <a:cs typeface="Fira Sans" charset="0"/>
                      </a:endParaRPr>
                    </a:p>
                  </a:txBody>
                  <a:tcPr marL="152396" marR="152396" marT="165096" marB="16509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marL="0" indent="0" algn="l">
                        <a:buNone/>
                      </a:pPr>
                      <a:r>
                        <a:rPr lang="en-US" sz="1700" dirty="0">
                          <a:solidFill>
                            <a:srgbClr val="1F2937"/>
                          </a:solidFill>
                          <a:latin typeface="Fira Sans" pitchFamily="34" charset="0"/>
                          <a:ea typeface="Fira Sans" pitchFamily="34" charset="-122"/>
                          <a:cs typeface="Fira Sans" pitchFamily="34" charset="-120"/>
                        </a:rPr>
                        <a:t>Under 3 s for three of four attacks</a:t>
                      </a:r>
                      <a:endParaRPr lang="en-US" sz="1700" dirty="0">
                        <a:latin typeface="Fira Sans" charset="0"/>
                        <a:ea typeface="Fira Sans" charset="0"/>
                        <a:cs typeface="Fira Sans" charset="0"/>
                      </a:endParaRPr>
                    </a:p>
                  </a:txBody>
                  <a:tcPr marL="152396" marR="152396" marT="165096" marB="16509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marL="0" indent="0" algn="l">
                        <a:buNone/>
                      </a:pPr>
                      <a:r>
                        <a:rPr lang="en-US" sz="1700" dirty="0">
                          <a:solidFill>
                            <a:srgbClr val="1F2937"/>
                          </a:solidFill>
                          <a:latin typeface="Fira Sans" pitchFamily="34" charset="0"/>
                          <a:ea typeface="Fira Sans" pitchFamily="34" charset="-122"/>
                          <a:cs typeface="Fira Sans" pitchFamily="34" charset="-120"/>
                        </a:rPr>
                        <a:t>Fast enough for monitoring</a:t>
                      </a:r>
                      <a:endParaRPr lang="en-US" sz="1700" dirty="0">
                        <a:latin typeface="Fira Sans" charset="0"/>
                        <a:ea typeface="Fira Sans" charset="0"/>
                        <a:cs typeface="Fira Sans" charset="0"/>
                      </a:endParaRPr>
                    </a:p>
                  </a:txBody>
                  <a:tcPr marL="152396" marR="152396" marT="165096" marB="16509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extLst>
                  <a:ext uri="{0D108BD9-81ED-4DB2-BD59-A6C34878D82A}">
                    <a16:rowId xmlns:a16="http://schemas.microsoft.com/office/drawing/2014/main" val="10002"/>
                  </a:ext>
                </a:extLst>
              </a:tr>
              <a:tr h="638754">
                <a:tc>
                  <a:txBody>
                    <a:bodyPr/>
                    <a:lstStyle/>
                    <a:p>
                      <a:pPr marL="0" indent="0" algn="l">
                        <a:buNone/>
                      </a:pPr>
                      <a:r>
                        <a:rPr lang="en-US" sz="1700" b="1" dirty="0">
                          <a:solidFill>
                            <a:srgbClr val="1F2937"/>
                          </a:solidFill>
                          <a:latin typeface="Fira Sans" pitchFamily="34" charset="0"/>
                          <a:ea typeface="Fira Sans" pitchFamily="34" charset="-122"/>
                          <a:cs typeface="Fira Sans" pitchFamily="34" charset="-120"/>
                        </a:rPr>
                        <a:t>Identification</a:t>
                      </a:r>
                      <a:endParaRPr lang="en-US" sz="1700" dirty="0">
                        <a:latin typeface="Fira Sans" charset="0"/>
                        <a:ea typeface="Fira Sans" charset="0"/>
                        <a:cs typeface="Fira Sans" charset="0"/>
                      </a:endParaRPr>
                    </a:p>
                  </a:txBody>
                  <a:tcPr marL="152396" marR="152396" marT="165096" marB="16509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700" dirty="0">
                          <a:solidFill>
                            <a:srgbClr val="1F2937"/>
                          </a:solidFill>
                          <a:latin typeface="Fira Sans" pitchFamily="34" charset="0"/>
                          <a:ea typeface="Fira Sans" pitchFamily="34" charset="-122"/>
                          <a:cs typeface="Fira Sans" pitchFamily="34" charset="-120"/>
                        </a:rPr>
                        <a:t>114 of 120 detected attacks named</a:t>
                      </a:r>
                      <a:endParaRPr lang="en-US" sz="1700" dirty="0">
                        <a:latin typeface="Fira Sans" charset="0"/>
                        <a:ea typeface="Fira Sans" charset="0"/>
                        <a:cs typeface="Fira Sans" charset="0"/>
                      </a:endParaRPr>
                    </a:p>
                  </a:txBody>
                  <a:tcPr marL="152396" marR="152396" marT="165096" marB="16509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700" dirty="0">
                          <a:solidFill>
                            <a:srgbClr val="1F2937"/>
                          </a:solidFill>
                          <a:latin typeface="Fira Sans" pitchFamily="34" charset="0"/>
                          <a:ea typeface="Fira Sans" pitchFamily="34" charset="-122"/>
                          <a:cs typeface="Fira Sans" pitchFamily="34" charset="-120"/>
                        </a:rPr>
                        <a:t>Sound carries the attack type</a:t>
                      </a:r>
                      <a:endParaRPr lang="en-US" sz="1700" dirty="0">
                        <a:latin typeface="Fira Sans" charset="0"/>
                        <a:ea typeface="Fira Sans" charset="0"/>
                        <a:cs typeface="Fira Sans" charset="0"/>
                      </a:endParaRPr>
                    </a:p>
                  </a:txBody>
                  <a:tcPr marL="152396" marR="152396" marT="165096" marB="16509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457189" y="4246662"/>
            <a:ext cx="11277318" cy="2154138"/>
          </a:xfrm>
          <a:prstGeom prst="rect">
            <a:avLst/>
          </a:prstGeom>
          <a:solidFill>
            <a:srgbClr val="2B3544"/>
          </a:solidFill>
          <a:ln/>
        </p:spPr>
      </p:sp>
      <p:sp>
        <p:nvSpPr>
          <p:cNvPr id="6" name="Text 3"/>
          <p:cNvSpPr/>
          <p:nvPr/>
        </p:nvSpPr>
        <p:spPr>
          <a:xfrm>
            <a:off x="761981" y="4500662"/>
            <a:ext cx="10667733" cy="321866"/>
          </a:xfrm>
          <a:prstGeom prst="rect">
            <a:avLst/>
          </a:prstGeom>
          <a:noFill/>
          <a:ln/>
        </p:spPr>
        <p:txBody>
          <a:bodyPr wrap="none" lIns="0" tIns="0" rIns="0" bIns="0" rtlCol="0" anchor="t"/>
          <a:lstStyle/>
          <a:p>
            <a:pPr marL="0" indent="0" algn="l">
              <a:lnSpc>
                <a:spcPct val="108000"/>
              </a:lnSpc>
              <a:buNone/>
            </a:pPr>
            <a:r>
              <a:rPr lang="en-US" sz="1950" dirty="0">
                <a:solidFill>
                  <a:srgbClr val="FFFFFF"/>
                </a:solidFill>
                <a:latin typeface="Fira Sans" pitchFamily="34" charset="0"/>
                <a:ea typeface="Fira Sans" pitchFamily="34" charset="-122"/>
                <a:cs typeface="Fira Sans" pitchFamily="34" charset="-120"/>
              </a:rPr>
              <a:t>Takeaways</a:t>
            </a:r>
            <a:endParaRPr lang="en-US" sz="1950" dirty="0"/>
          </a:p>
        </p:txBody>
      </p:sp>
      <p:sp>
        <p:nvSpPr>
          <p:cNvPr id="7" name="Text 4"/>
          <p:cNvSpPr/>
          <p:nvPr/>
        </p:nvSpPr>
        <p:spPr>
          <a:xfrm>
            <a:off x="761981" y="5006677"/>
            <a:ext cx="10667733" cy="1033661"/>
          </a:xfrm>
          <a:prstGeom prst="rect">
            <a:avLst/>
          </a:prstGeom>
          <a:noFill/>
          <a:ln/>
        </p:spPr>
        <p:txBody>
          <a:bodyPr wrap="square" lIns="0" tIns="0" rIns="0" bIns="0" rtlCol="0" anchor="t">
            <a:normAutofit/>
          </a:bodyPr>
          <a:lstStyle/>
          <a:p>
            <a:pPr marL="345440" indent="-345440" algn="l">
              <a:lnSpc>
                <a:spcPct val="117000"/>
              </a:lnSpc>
              <a:buSzPct val="100000"/>
              <a:buChar char="•"/>
            </a:pPr>
            <a:r>
              <a:rPr lang="en-US" sz="1700" dirty="0">
                <a:solidFill>
                  <a:srgbClr val="FFFFFF"/>
                </a:solidFill>
                <a:latin typeface="Fira Sans" pitchFamily="34" charset="0"/>
                <a:ea typeface="Fira Sans" pitchFamily="34" charset="-122"/>
                <a:cs typeface="Fira Sans" pitchFamily="34" charset="-120"/>
              </a:rPr>
              <a:t>Attacks can be heard as deviations from a normal baseline</a:t>
            </a:r>
            <a:endParaRPr lang="en-US" sz="1700" dirty="0"/>
          </a:p>
          <a:p>
            <a:pPr marL="345440" indent="-345440" algn="l">
              <a:lnSpc>
                <a:spcPct val="117000"/>
              </a:lnSpc>
              <a:buSzPct val="100000"/>
              <a:buChar char="•"/>
            </a:pPr>
            <a:r>
              <a:rPr lang="en-US" sz="1700" dirty="0">
                <a:solidFill>
                  <a:srgbClr val="FFFFFF"/>
                </a:solidFill>
                <a:latin typeface="Fira Sans" pitchFamily="34" charset="0"/>
                <a:ea typeface="Fira Sans" pitchFamily="34" charset="-122"/>
                <a:cs typeface="Fira Sans" pitchFamily="34" charset="-120"/>
              </a:rPr>
              <a:t>Listeners need no musical training; practice improves accuracy</a:t>
            </a:r>
            <a:endParaRPr lang="en-US" sz="1700" dirty="0"/>
          </a:p>
          <a:p>
            <a:pPr marL="345440" indent="-345440" algn="l">
              <a:lnSpc>
                <a:spcPct val="117000"/>
              </a:lnSpc>
              <a:buSzPct val="100000"/>
              <a:buChar char="•"/>
            </a:pPr>
            <a:r>
              <a:rPr lang="en-US" sz="1700" dirty="0">
                <a:solidFill>
                  <a:srgbClr val="FFFFFF"/>
                </a:solidFill>
                <a:latin typeface="Fira Sans" pitchFamily="34" charset="0"/>
                <a:ea typeface="Fira Sans" pitchFamily="34" charset="-122"/>
                <a:cs typeface="Fira Sans" pitchFamily="34" charset="-120"/>
              </a:rPr>
              <a:t>Next: better pitch mapping, listener fatigue, real SOC trials</a:t>
            </a:r>
            <a:endParaRPr lang="en-US" sz="1700" dirty="0"/>
          </a:p>
        </p:txBody>
      </p:sp>
      <p:sp>
        <p:nvSpPr>
          <p:cNvPr id="4" name="Text 5"/>
          <p:cNvSpPr/>
          <p:nvPr/>
        </p:nvSpPr>
        <p:spPr>
          <a:xfrm>
            <a:off x="11913691" y="6531570"/>
            <a:ext cx="278004" cy="195560"/>
          </a:xfrm>
          <a:prstGeom prst="rect">
            <a:avLst/>
          </a:prstGeom>
          <a:noFill/>
          <a:ln/>
        </p:spPr>
        <p:txBody>
          <a:bodyPr wrap="none" lIns="0" tIns="0" rIns="0" bIns="0" rtlCol="0" anchor="ctr"/>
          <a:lstStyle/>
          <a:p>
            <a:pPr marL="0" indent="0" algn="l">
              <a:lnSpc>
                <a:spcPct val="117000"/>
              </a:lnSpc>
              <a:buNone/>
            </a:pPr>
            <a:r>
              <a:rPr lang="en-US" sz="1100" dirty="0">
                <a:solidFill>
                  <a:srgbClr val="1F2937"/>
                </a:solidFill>
                <a:latin typeface="Fira Sans" pitchFamily="34" charset="0"/>
                <a:ea typeface="Fira Sans" pitchFamily="34" charset="-122"/>
                <a:cs typeface="Fira Sans" pitchFamily="34" charset="-120"/>
              </a:rPr>
              <a:t>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1112</Words>
  <Application>Microsoft Office PowerPoint</Application>
  <PresentationFormat>Widescreen</PresentationFormat>
  <Paragraphs>125</Paragraphs>
  <Slides>7</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Fira Sans SemiBold</vt:lpstr>
      <vt:lpstr>Fira Mono Medium</vt:lpstr>
      <vt:lpstr>Consolas</vt:lpstr>
      <vt:lpstr>Fira Mono</vt:lpstr>
      <vt:lpstr>Fira Sans Bold</vt:lpstr>
      <vt:lpstr>Fira Sans</vt:lpstr>
      <vt:lpstr>Arial</vt:lpstr>
      <vt:lpstr>Fira Mono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charith reddy</cp:lastModifiedBy>
  <cp:revision>1</cp:revision>
  <dcterms:created xsi:type="dcterms:W3CDTF">2026-10-05T19:48:57Z</dcterms:created>
  <dcterms:modified xsi:type="dcterms:W3CDTF">2026-10-05T19:57:46Z</dcterms:modified>
</cp:coreProperties>
</file>